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{70.08083342,138.5156988,205.3857377,270.3285894,336.4289762}</c:f>
              <c:numCache>
                <c:formatCode>General</c:formatCode>
                <c:ptCount val="5"/>
                <c:pt idx="0">
                  <c:v>70.08083342</c:v>
                </c:pt>
                <c:pt idx="1">
                  <c:v>138.5156988</c:v>
                </c:pt>
                <c:pt idx="2">
                  <c:v>205.3857377</c:v>
                </c:pt>
                <c:pt idx="3">
                  <c:v>270.3285894</c:v>
                </c:pt>
                <c:pt idx="4">
                  <c:v>336.4289762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{69.74689678,138.3950863,205.7610876,268.0109278,332.5051756}</c:f>
              <c:numCache>
                <c:formatCode>General</c:formatCode>
                <c:ptCount val="5"/>
                <c:pt idx="0">
                  <c:v>69.74689678</c:v>
                </c:pt>
                <c:pt idx="1">
                  <c:v>138.3950863</c:v>
                </c:pt>
                <c:pt idx="2">
                  <c:v>205.7610876</c:v>
                </c:pt>
                <c:pt idx="3">
                  <c:v>268.0109278</c:v>
                </c:pt>
                <c:pt idx="4">
                  <c:v>332.5051756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{69.69073745,138.5911526,205.5474306,270.232605,332.1807098}</c:f>
              <c:numCache>
                <c:formatCode>General</c:formatCode>
                <c:ptCount val="5"/>
                <c:pt idx="0">
                  <c:v>69.69073745</c:v>
                </c:pt>
                <c:pt idx="1">
                  <c:v>138.5911526</c:v>
                </c:pt>
                <c:pt idx="2">
                  <c:v>205.5474306</c:v>
                </c:pt>
                <c:pt idx="3">
                  <c:v>270.232605</c:v>
                </c:pt>
                <c:pt idx="4">
                  <c:v>332.1807098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{70.54750972,140.9913317,210.4382796,280.0689466,350.340458}</c:f>
              <c:numCache>
                <c:formatCode>General</c:formatCode>
                <c:ptCount val="5"/>
                <c:pt idx="0">
                  <c:v>70.54750972</c:v>
                </c:pt>
                <c:pt idx="1">
                  <c:v>140.9913317</c:v>
                </c:pt>
                <c:pt idx="2">
                  <c:v>210.4382796</c:v>
                </c:pt>
                <c:pt idx="3">
                  <c:v>280.0689466</c:v>
                </c:pt>
                <c:pt idx="4">
                  <c:v>350.340458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{69.97273997,138.5141234,206.7335056,271.5868356,338.0384846}</c:f>
              <c:numCache>
                <c:formatCode>General</c:formatCode>
                <c:ptCount val="5"/>
                <c:pt idx="0">
                  <c:v>69.97273997</c:v>
                </c:pt>
                <c:pt idx="1">
                  <c:v>138.5141234</c:v>
                </c:pt>
                <c:pt idx="2">
                  <c:v>206.7335056</c:v>
                </c:pt>
                <c:pt idx="3">
                  <c:v>271.5868356</c:v>
                </c:pt>
                <c:pt idx="4">
                  <c:v>338.0384846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{70.58037463,140.6898851,210.5470208,279.2472945,350.4816209}</c:f>
              <c:numCache>
                <c:formatCode>General</c:formatCode>
                <c:ptCount val="5"/>
                <c:pt idx="0">
                  <c:v>70.58037463</c:v>
                </c:pt>
                <c:pt idx="1">
                  <c:v>140.6898851</c:v>
                </c:pt>
                <c:pt idx="2">
                  <c:v>210.5470208</c:v>
                </c:pt>
                <c:pt idx="3">
                  <c:v>279.2472945</c:v>
                </c:pt>
                <c:pt idx="4">
                  <c:v>350.4816209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{69.92355765,138.5321876,205.5351287,270.0591616,335.5373111}</c:f>
              <c:numCache>
                <c:formatCode>General</c:formatCode>
                <c:ptCount val="5"/>
                <c:pt idx="0">
                  <c:v>69.92355765</c:v>
                </c:pt>
                <c:pt idx="1">
                  <c:v>138.5321876</c:v>
                </c:pt>
                <c:pt idx="2">
                  <c:v>205.5351287</c:v>
                </c:pt>
                <c:pt idx="3">
                  <c:v>270.0591616</c:v>
                </c:pt>
                <c:pt idx="4">
                  <c:v>335.5373111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{70.09550255,138.2955189,205.4204538,269.803014,335.564608}</c:f>
              <c:numCache>
                <c:formatCode>General</c:formatCode>
                <c:ptCount val="5"/>
                <c:pt idx="0">
                  <c:v>70.09550255</c:v>
                </c:pt>
                <c:pt idx="1">
                  <c:v>138.2955189</c:v>
                </c:pt>
                <c:pt idx="2">
                  <c:v>205.4204538</c:v>
                </c:pt>
                <c:pt idx="3">
                  <c:v>269.803014</c:v>
                </c:pt>
                <c:pt idx="4">
                  <c:v>335.564608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{69.84444523,139.0117258,207.0450507,273.4333857,339.541358}</c:f>
              <c:numCache>
                <c:formatCode>General</c:formatCode>
                <c:ptCount val="5"/>
                <c:pt idx="0">
                  <c:v>69.84444523</c:v>
                </c:pt>
                <c:pt idx="1">
                  <c:v>139.0117258</c:v>
                </c:pt>
                <c:pt idx="2">
                  <c:v>207.0450507</c:v>
                </c:pt>
                <c:pt idx="3">
                  <c:v>273.4333857</c:v>
                </c:pt>
                <c:pt idx="4">
                  <c:v>339.541358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4e77194-8245-45d9-8574-14c8ab45cf8a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{70.08083342,138.5156988,205.3857377,270.3285894,336.4289762}</c:f>
              <c:numCache>
                <c:formatCode>General</c:formatCode>
                <c:ptCount val="5"/>
                <c:pt idx="0">
                  <c:v>70.08083342</c:v>
                </c:pt>
                <c:pt idx="1">
                  <c:v>138.5156988</c:v>
                </c:pt>
                <c:pt idx="2">
                  <c:v>205.3857377</c:v>
                </c:pt>
                <c:pt idx="3">
                  <c:v>270.3285894</c:v>
                </c:pt>
                <c:pt idx="4">
                  <c:v>336.4289762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{69.74689678,138.3950863,205.7610876,268.0109278,332.5051756}</c:f>
              <c:numCache>
                <c:formatCode>General</c:formatCode>
                <c:ptCount val="5"/>
                <c:pt idx="0">
                  <c:v>69.74689678</c:v>
                </c:pt>
                <c:pt idx="1">
                  <c:v>138.3950863</c:v>
                </c:pt>
                <c:pt idx="2">
                  <c:v>205.7610876</c:v>
                </c:pt>
                <c:pt idx="3">
                  <c:v>268.0109278</c:v>
                </c:pt>
                <c:pt idx="4">
                  <c:v>332.5051756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{69.69073745,138.5911526,205.5474306,270.232605,332.1807098}</c:f>
              <c:numCache>
                <c:formatCode>General</c:formatCode>
                <c:ptCount val="5"/>
                <c:pt idx="0">
                  <c:v>69.69073745</c:v>
                </c:pt>
                <c:pt idx="1">
                  <c:v>138.5911526</c:v>
                </c:pt>
                <c:pt idx="2">
                  <c:v>205.5474306</c:v>
                </c:pt>
                <c:pt idx="3">
                  <c:v>270.232605</c:v>
                </c:pt>
                <c:pt idx="4">
                  <c:v>332.1807098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{70.54750972,140.9913317,210.4382796,280.0689466,350.340458}</c:f>
              <c:numCache>
                <c:formatCode>General</c:formatCode>
                <c:ptCount val="5"/>
                <c:pt idx="0">
                  <c:v>70.54750972</c:v>
                </c:pt>
                <c:pt idx="1">
                  <c:v>140.9913317</c:v>
                </c:pt>
                <c:pt idx="2">
                  <c:v>210.4382796</c:v>
                </c:pt>
                <c:pt idx="3">
                  <c:v>280.0689466</c:v>
                </c:pt>
                <c:pt idx="4">
                  <c:v>350.340458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{69.97273997,138.5141234,206.7335056,271.5868356,338.0384846}</c:f>
              <c:numCache>
                <c:formatCode>General</c:formatCode>
                <c:ptCount val="5"/>
                <c:pt idx="0">
                  <c:v>69.97273997</c:v>
                </c:pt>
                <c:pt idx="1">
                  <c:v>138.5141234</c:v>
                </c:pt>
                <c:pt idx="2">
                  <c:v>206.7335056</c:v>
                </c:pt>
                <c:pt idx="3">
                  <c:v>271.5868356</c:v>
                </c:pt>
                <c:pt idx="4">
                  <c:v>338.0384846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{70.58037463,140.6898851,210.5470208,279.2472945,350.4816209}</c:f>
              <c:numCache>
                <c:formatCode>General</c:formatCode>
                <c:ptCount val="5"/>
                <c:pt idx="0">
                  <c:v>70.58037463</c:v>
                </c:pt>
                <c:pt idx="1">
                  <c:v>140.6898851</c:v>
                </c:pt>
                <c:pt idx="2">
                  <c:v>210.5470208</c:v>
                </c:pt>
                <c:pt idx="3">
                  <c:v>279.2472945</c:v>
                </c:pt>
                <c:pt idx="4">
                  <c:v>350.4816209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{69.92355765,138.5321876,205.5351287,270.0591616,335.5373111}</c:f>
              <c:numCache>
                <c:formatCode>General</c:formatCode>
                <c:ptCount val="5"/>
                <c:pt idx="0">
                  <c:v>69.92355765</c:v>
                </c:pt>
                <c:pt idx="1">
                  <c:v>138.5321876</c:v>
                </c:pt>
                <c:pt idx="2">
                  <c:v>205.5351287</c:v>
                </c:pt>
                <c:pt idx="3">
                  <c:v>270.0591616</c:v>
                </c:pt>
                <c:pt idx="4">
                  <c:v>335.5373111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{70.09550255,138.2955189,205.4204538,269.803014,335.564608}</c:f>
              <c:numCache>
                <c:formatCode>General</c:formatCode>
                <c:ptCount val="5"/>
                <c:pt idx="0">
                  <c:v>70.09550255</c:v>
                </c:pt>
                <c:pt idx="1">
                  <c:v>138.2955189</c:v>
                </c:pt>
                <c:pt idx="2">
                  <c:v>205.4204538</c:v>
                </c:pt>
                <c:pt idx="3">
                  <c:v>269.803014</c:v>
                </c:pt>
                <c:pt idx="4">
                  <c:v>335.564608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{69.84444523,139.0117258,207.0450507,273.4333857,339.541358}</c:f>
              <c:numCache>
                <c:formatCode>General</c:formatCode>
                <c:ptCount val="5"/>
                <c:pt idx="0">
                  <c:v>69.84444523</c:v>
                </c:pt>
                <c:pt idx="1">
                  <c:v>139.0117258</c:v>
                </c:pt>
                <c:pt idx="2">
                  <c:v>207.0450507</c:v>
                </c:pt>
                <c:pt idx="3">
                  <c:v>273.4333857</c:v>
                </c:pt>
                <c:pt idx="4">
                  <c:v>339.541358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1bd90dac-666f-422e-89a5-e56c10794b65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{27246.61349,27474.60397,27563.44424,27917.4774,28027.69477}</c:f>
              <c:numCache>
                <c:formatCode>General</c:formatCode>
                <c:ptCount val="5"/>
                <c:pt idx="0">
                  <c:v>27246.61349</c:v>
                </c:pt>
                <c:pt idx="1">
                  <c:v>27474.60397</c:v>
                </c:pt>
                <c:pt idx="2">
                  <c:v>27563.44424</c:v>
                </c:pt>
                <c:pt idx="3">
                  <c:v>27917.4774</c:v>
                </c:pt>
                <c:pt idx="4">
                  <c:v>28027.69477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{27298.14888,27396.73624,27570.07397,27937.99398,28212.62311}</c:f>
              <c:numCache>
                <c:formatCode>General</c:formatCode>
                <c:ptCount val="5"/>
                <c:pt idx="0">
                  <c:v>27298.14888</c:v>
                </c:pt>
                <c:pt idx="1">
                  <c:v>27396.73624</c:v>
                </c:pt>
                <c:pt idx="2">
                  <c:v>27570.07397</c:v>
                </c:pt>
                <c:pt idx="3">
                  <c:v>27937.99398</c:v>
                </c:pt>
                <c:pt idx="4">
                  <c:v>28212.62311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{27324.2889,27396.32454,27587.63364,27914.62245,28128.29664}</c:f>
              <c:numCache>
                <c:formatCode>General</c:formatCode>
                <c:ptCount val="5"/>
                <c:pt idx="0">
                  <c:v>27324.2889</c:v>
                </c:pt>
                <c:pt idx="1">
                  <c:v>27396.32454</c:v>
                </c:pt>
                <c:pt idx="2">
                  <c:v>27587.63364</c:v>
                </c:pt>
                <c:pt idx="3">
                  <c:v>27914.62245</c:v>
                </c:pt>
                <c:pt idx="4">
                  <c:v>28128.29664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{27030,27067.88367,27072.18171,27077.47884,27085.70473}</c:f>
              <c:numCache>
                <c:formatCode>General</c:formatCode>
                <c:ptCount val="5"/>
                <c:pt idx="0">
                  <c:v>27030</c:v>
                </c:pt>
                <c:pt idx="1">
                  <c:v>27067.88367</c:v>
                </c:pt>
                <c:pt idx="2">
                  <c:v>27072.18171</c:v>
                </c:pt>
                <c:pt idx="3">
                  <c:v>27077.47884</c:v>
                </c:pt>
                <c:pt idx="4">
                  <c:v>27085.70473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{27310.67677,27455.3962,27546.2885,27850.90213,28031.82501}</c:f>
              <c:numCache>
                <c:formatCode>General</c:formatCode>
                <c:ptCount val="5"/>
                <c:pt idx="0">
                  <c:v>27310.67677</c:v>
                </c:pt>
                <c:pt idx="1">
                  <c:v>27455.3962</c:v>
                </c:pt>
                <c:pt idx="2">
                  <c:v>27546.2885</c:v>
                </c:pt>
                <c:pt idx="3">
                  <c:v>27850.90213</c:v>
                </c:pt>
                <c:pt idx="4">
                  <c:v>28031.82501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{27030,27067.93241,27072.18562,27077.53673,27083.21152}</c:f>
              <c:numCache>
                <c:formatCode>General</c:formatCode>
                <c:ptCount val="5"/>
                <c:pt idx="0">
                  <c:v>27030</c:v>
                </c:pt>
                <c:pt idx="1">
                  <c:v>27067.93241</c:v>
                </c:pt>
                <c:pt idx="2">
                  <c:v>27072.18562</c:v>
                </c:pt>
                <c:pt idx="3">
                  <c:v>27077.53673</c:v>
                </c:pt>
                <c:pt idx="4">
                  <c:v>27083.21152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{27323.47506,27455.24143,27564.63941,27912.46194,28082.4235}</c:f>
              <c:numCache>
                <c:formatCode>General</c:formatCode>
                <c:ptCount val="5"/>
                <c:pt idx="0">
                  <c:v>27323.47506</c:v>
                </c:pt>
                <c:pt idx="1">
                  <c:v>27455.24143</c:v>
                </c:pt>
                <c:pt idx="2">
                  <c:v>27564.63941</c:v>
                </c:pt>
                <c:pt idx="3">
                  <c:v>27912.46194</c:v>
                </c:pt>
                <c:pt idx="4">
                  <c:v>28082.4235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{27233.90545,27474.76768,27568.22729,27907.91469,28061.73662}</c:f>
              <c:numCache>
                <c:formatCode>General</c:formatCode>
                <c:ptCount val="5"/>
                <c:pt idx="0">
                  <c:v>27233.90545</c:v>
                </c:pt>
                <c:pt idx="1">
                  <c:v>27474.76768</c:v>
                </c:pt>
                <c:pt idx="2">
                  <c:v>27568.22729</c:v>
                </c:pt>
                <c:pt idx="3">
                  <c:v>27907.91469</c:v>
                </c:pt>
                <c:pt idx="4">
                  <c:v>28061.73662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{27030,27030,27030,27030,27030}</c:f>
              <c:numCache>
                <c:formatCode>General</c:formatCode>
                <c:ptCount val="5"/>
                <c:pt idx="0">
                  <c:v>27030</c:v>
                </c:pt>
                <c:pt idx="1">
                  <c:v>27030</c:v>
                </c:pt>
                <c:pt idx="2">
                  <c:v>27030</c:v>
                </c:pt>
                <c:pt idx="3">
                  <c:v>27030</c:v>
                </c:pt>
                <c:pt idx="4">
                  <c:v>27030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Avg. tokens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a1ff1c58-3457-4b9a-b8de-bfbb55cc5a1c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{113.379222,141.5320772,252.8436311,303.3837528}</c:f>
              <c:numCache>
                <c:formatCode>General</c:formatCode>
                <c:ptCount val="4"/>
                <c:pt idx="0">
                  <c:v>113.379222</c:v>
                </c:pt>
                <c:pt idx="1">
                  <c:v>141.5320772</c:v>
                </c:pt>
                <c:pt idx="2">
                  <c:v>252.8436311</c:v>
                </c:pt>
                <c:pt idx="3">
                  <c:v>303.3837528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{114.3178547,144.4538957,258.1111091,351.8092219}</c:f>
              <c:numCache>
                <c:formatCode>General</c:formatCode>
                <c:ptCount val="4"/>
                <c:pt idx="0">
                  <c:v>114.3178547</c:v>
                </c:pt>
                <c:pt idx="1">
                  <c:v>144.4538957</c:v>
                </c:pt>
                <c:pt idx="2">
                  <c:v>258.1111091</c:v>
                </c:pt>
                <c:pt idx="3">
                  <c:v>351.8092219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{114.356889,143.6628338,257.0757601,308.7936795}</c:f>
              <c:numCache>
                <c:formatCode>General</c:formatCode>
                <c:ptCount val="4"/>
                <c:pt idx="0">
                  <c:v>114.356889</c:v>
                </c:pt>
                <c:pt idx="1">
                  <c:v>143.6628338</c:v>
                </c:pt>
                <c:pt idx="2">
                  <c:v>257.0757601</c:v>
                </c:pt>
                <c:pt idx="3">
                  <c:v>308.7936795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{112.6640981,135.7763402,144.1103394,222.4628993}</c:f>
              <c:numCache>
                <c:formatCode>General</c:formatCode>
                <c:ptCount val="4"/>
                <c:pt idx="0">
                  <c:v>112.6640981</c:v>
                </c:pt>
                <c:pt idx="1">
                  <c:v>135.7763402</c:v>
                </c:pt>
                <c:pt idx="2">
                  <c:v>144.1103394</c:v>
                </c:pt>
                <c:pt idx="3">
                  <c:v>222.4628993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{113.5525805,141.678772,251.2601428,293.1344202}</c:f>
              <c:numCache>
                <c:formatCode>General</c:formatCode>
                <c:ptCount val="4"/>
                <c:pt idx="0">
                  <c:v>113.5525805</c:v>
                </c:pt>
                <c:pt idx="1">
                  <c:v>141.678772</c:v>
                </c:pt>
                <c:pt idx="2">
                  <c:v>251.2601428</c:v>
                </c:pt>
                <c:pt idx="3">
                  <c:v>293.1344202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{112.8109414,135.9813898,143.8161937,216.9448721}</c:f>
              <c:numCache>
                <c:formatCode>General</c:formatCode>
                <c:ptCount val="4"/>
                <c:pt idx="0">
                  <c:v>112.8109414</c:v>
                </c:pt>
                <c:pt idx="1">
                  <c:v>135.9813898</c:v>
                </c:pt>
                <c:pt idx="2">
                  <c:v>143.8161937</c:v>
                </c:pt>
                <c:pt idx="3">
                  <c:v>216.9448721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{113.5020171,142.5403511,253.7962829,308.6763786}</c:f>
              <c:numCache>
                <c:formatCode>General</c:formatCode>
                <c:ptCount val="4"/>
                <c:pt idx="0">
                  <c:v>113.5020171</c:v>
                </c:pt>
                <c:pt idx="1">
                  <c:v>142.5403511</c:v>
                </c:pt>
                <c:pt idx="2">
                  <c:v>253.7962829</c:v>
                </c:pt>
                <c:pt idx="3">
                  <c:v>308.6763786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{113.6694194,141.672262,250.8687107,318.5564771}</c:f>
              <c:numCache>
                <c:formatCode>General</c:formatCode>
                <c:ptCount val="4"/>
                <c:pt idx="0">
                  <c:v>113.6694194</c:v>
                </c:pt>
                <c:pt idx="1">
                  <c:v>141.672262</c:v>
                </c:pt>
                <c:pt idx="2">
                  <c:v>250.8687107</c:v>
                </c:pt>
                <c:pt idx="3">
                  <c:v>318.5564771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{116.6465656,140.1329004,147.2144508,154.6358719}</c:f>
              <c:numCache>
                <c:formatCode>General</c:formatCode>
                <c:ptCount val="4"/>
                <c:pt idx="0">
                  <c:v>116.6465656</c:v>
                </c:pt>
                <c:pt idx="1">
                  <c:v>140.1329004</c:v>
                </c:pt>
                <c:pt idx="2">
                  <c:v>147.2144508</c:v>
                </c:pt>
                <c:pt idx="3">
                  <c:v>154.6358719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Tail percentile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Latency (ms)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aebaf497-a6f8-4458-b860-0d0f701f5336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{48.61042869,87.6859545,116.0281309,139.7443439,164.5365399}</c:f>
              <c:numCache>
                <c:formatCode>General</c:formatCode>
                <c:ptCount val="5"/>
                <c:pt idx="0">
                  <c:v>48.61042869</c:v>
                </c:pt>
                <c:pt idx="1">
                  <c:v>87.6859545</c:v>
                </c:pt>
                <c:pt idx="2">
                  <c:v>116.0281309</c:v>
                </c:pt>
                <c:pt idx="3">
                  <c:v>139.7443439</c:v>
                </c:pt>
                <c:pt idx="4">
                  <c:v>164.5365399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{48.73561225,85.63466621,115.4277445,139.268849,157.4404556}</c:f>
              <c:numCache>
                <c:formatCode>General</c:formatCode>
                <c:ptCount val="5"/>
                <c:pt idx="0">
                  <c:v>48.73561225</c:v>
                </c:pt>
                <c:pt idx="1">
                  <c:v>85.63466621</c:v>
                </c:pt>
                <c:pt idx="2">
                  <c:v>115.4277445</c:v>
                </c:pt>
                <c:pt idx="3">
                  <c:v>139.268849</c:v>
                </c:pt>
                <c:pt idx="4">
                  <c:v>157.4404556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{48.53718014,85.11647608,115.7862462,138.1917959,159.822174}</c:f>
              <c:numCache>
                <c:formatCode>General</c:formatCode>
                <c:ptCount val="5"/>
                <c:pt idx="0">
                  <c:v>48.53718014</c:v>
                </c:pt>
                <c:pt idx="1">
                  <c:v>85.11647608</c:v>
                </c:pt>
                <c:pt idx="2">
                  <c:v>115.7862462</c:v>
                </c:pt>
                <c:pt idx="3">
                  <c:v>138.1917959</c:v>
                </c:pt>
                <c:pt idx="4">
                  <c:v>159.822174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{54.67203974,106.7592546,157.2808027,206.6282629,249.8701635}</c:f>
              <c:numCache>
                <c:formatCode>General</c:formatCode>
                <c:ptCount val="5"/>
                <c:pt idx="0">
                  <c:v>54.67203974</c:v>
                </c:pt>
                <c:pt idx="1">
                  <c:v>106.7592546</c:v>
                </c:pt>
                <c:pt idx="2">
                  <c:v>157.2808027</c:v>
                </c:pt>
                <c:pt idx="3">
                  <c:v>206.6282629</c:v>
                </c:pt>
                <c:pt idx="4">
                  <c:v>249.8701635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{49.03884498,86.60596089,116.2194687,141.1878194,162.2921665}</c:f>
              <c:numCache>
                <c:formatCode>General</c:formatCode>
                <c:ptCount val="5"/>
                <c:pt idx="0">
                  <c:v>49.03884498</c:v>
                </c:pt>
                <c:pt idx="1">
                  <c:v>86.60596089</c:v>
                </c:pt>
                <c:pt idx="2">
                  <c:v>116.2194687</c:v>
                </c:pt>
                <c:pt idx="3">
                  <c:v>141.1878194</c:v>
                </c:pt>
                <c:pt idx="4">
                  <c:v>162.2921665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{54.61494707,106.2824323,157.1074008,203.9629315,250.0430378}</c:f>
              <c:numCache>
                <c:formatCode>General</c:formatCode>
                <c:ptCount val="5"/>
                <c:pt idx="0">
                  <c:v>54.61494707</c:v>
                </c:pt>
                <c:pt idx="1">
                  <c:v>106.2824323</c:v>
                </c:pt>
                <c:pt idx="2">
                  <c:v>157.1074008</c:v>
                </c:pt>
                <c:pt idx="3">
                  <c:v>203.9629315</c:v>
                </c:pt>
                <c:pt idx="4">
                  <c:v>250.0430378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{49.10151945,86.70458908,114.4168389,141.8906469,162.6865621}</c:f>
              <c:numCache>
                <c:formatCode>General</c:formatCode>
                <c:ptCount val="5"/>
                <c:pt idx="0">
                  <c:v>49.10151945</c:v>
                </c:pt>
                <c:pt idx="1">
                  <c:v>86.70458908</c:v>
                </c:pt>
                <c:pt idx="2">
                  <c:v>114.4168389</c:v>
                </c:pt>
                <c:pt idx="3">
                  <c:v>141.8906469</c:v>
                </c:pt>
                <c:pt idx="4">
                  <c:v>162.6865621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{48.91461786,87.46902808,117.2630681,139.136465,162.890699}</c:f>
              <c:numCache>
                <c:formatCode>General</c:formatCode>
                <c:ptCount val="5"/>
                <c:pt idx="0">
                  <c:v>48.91461786</c:v>
                </c:pt>
                <c:pt idx="1">
                  <c:v>87.46902808</c:v>
                </c:pt>
                <c:pt idx="2">
                  <c:v>117.2630681</c:v>
                </c:pt>
                <c:pt idx="3">
                  <c:v>139.136465</c:v>
                </c:pt>
                <c:pt idx="4">
                  <c:v>162.890699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{54.90959464,109.6400456,161.4100512,213.830994,262.0204069}</c:f>
              <c:numCache>
                <c:formatCode>General</c:formatCode>
                <c:ptCount val="5"/>
                <c:pt idx="0">
                  <c:v>54.90959464</c:v>
                </c:pt>
                <c:pt idx="1">
                  <c:v>109.6400456</c:v>
                </c:pt>
                <c:pt idx="2">
                  <c:v>161.4100512</c:v>
                </c:pt>
                <c:pt idx="3">
                  <c:v>213.830994</c:v>
                </c:pt>
                <c:pt idx="4">
                  <c:v>262.0204069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835e770-e105-4a8f-9a0b-d195f2e2baa5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{48.61042869,87.6859545,116.0281309,139.7443439,164.5365399}</c:f>
              <c:numCache>
                <c:formatCode>General</c:formatCode>
                <c:ptCount val="5"/>
                <c:pt idx="0">
                  <c:v>48.61042869</c:v>
                </c:pt>
                <c:pt idx="1">
                  <c:v>87.6859545</c:v>
                </c:pt>
                <c:pt idx="2">
                  <c:v>116.0281309</c:v>
                </c:pt>
                <c:pt idx="3">
                  <c:v>139.7443439</c:v>
                </c:pt>
                <c:pt idx="4">
                  <c:v>164.5365399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{48.73561225,85.63466621,115.4277445,139.268849,157.4404556}</c:f>
              <c:numCache>
                <c:formatCode>General</c:formatCode>
                <c:ptCount val="5"/>
                <c:pt idx="0">
                  <c:v>48.73561225</c:v>
                </c:pt>
                <c:pt idx="1">
                  <c:v>85.63466621</c:v>
                </c:pt>
                <c:pt idx="2">
                  <c:v>115.4277445</c:v>
                </c:pt>
                <c:pt idx="3">
                  <c:v>139.268849</c:v>
                </c:pt>
                <c:pt idx="4">
                  <c:v>157.4404556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{48.53718014,85.11647608,115.7862462,138.1917959,159.822174}</c:f>
              <c:numCache>
                <c:formatCode>General</c:formatCode>
                <c:ptCount val="5"/>
                <c:pt idx="0">
                  <c:v>48.53718014</c:v>
                </c:pt>
                <c:pt idx="1">
                  <c:v>85.11647608</c:v>
                </c:pt>
                <c:pt idx="2">
                  <c:v>115.7862462</c:v>
                </c:pt>
                <c:pt idx="3">
                  <c:v>138.1917959</c:v>
                </c:pt>
                <c:pt idx="4">
                  <c:v>159.822174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{54.67203974,106.7592546,157.2808027,206.6282629,249.8701635}</c:f>
              <c:numCache>
                <c:formatCode>General</c:formatCode>
                <c:ptCount val="5"/>
                <c:pt idx="0">
                  <c:v>54.67203974</c:v>
                </c:pt>
                <c:pt idx="1">
                  <c:v>106.7592546</c:v>
                </c:pt>
                <c:pt idx="2">
                  <c:v>157.2808027</c:v>
                </c:pt>
                <c:pt idx="3">
                  <c:v>206.6282629</c:v>
                </c:pt>
                <c:pt idx="4">
                  <c:v>249.8701635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{49.03884498,86.60596089,116.2194687,141.1878194,162.2921665}</c:f>
              <c:numCache>
                <c:formatCode>General</c:formatCode>
                <c:ptCount val="5"/>
                <c:pt idx="0">
                  <c:v>49.03884498</c:v>
                </c:pt>
                <c:pt idx="1">
                  <c:v>86.60596089</c:v>
                </c:pt>
                <c:pt idx="2">
                  <c:v>116.2194687</c:v>
                </c:pt>
                <c:pt idx="3">
                  <c:v>141.1878194</c:v>
                </c:pt>
                <c:pt idx="4">
                  <c:v>162.2921665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{54.61494707,106.2824323,157.1074008,203.9629315,250.0430378}</c:f>
              <c:numCache>
                <c:formatCode>General</c:formatCode>
                <c:ptCount val="5"/>
                <c:pt idx="0">
                  <c:v>54.61494707</c:v>
                </c:pt>
                <c:pt idx="1">
                  <c:v>106.2824323</c:v>
                </c:pt>
                <c:pt idx="2">
                  <c:v>157.1074008</c:v>
                </c:pt>
                <c:pt idx="3">
                  <c:v>203.9629315</c:v>
                </c:pt>
                <c:pt idx="4">
                  <c:v>250.0430378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{49.10151945,86.70458908,114.4168389,141.8906469,162.6865621}</c:f>
              <c:numCache>
                <c:formatCode>General</c:formatCode>
                <c:ptCount val="5"/>
                <c:pt idx="0">
                  <c:v>49.10151945</c:v>
                </c:pt>
                <c:pt idx="1">
                  <c:v>86.70458908</c:v>
                </c:pt>
                <c:pt idx="2">
                  <c:v>114.4168389</c:v>
                </c:pt>
                <c:pt idx="3">
                  <c:v>141.8906469</c:v>
                </c:pt>
                <c:pt idx="4">
                  <c:v>162.6865621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{48.91461786,87.46902808,117.2630681,139.136465,162.890699}</c:f>
              <c:numCache>
                <c:formatCode>General</c:formatCode>
                <c:ptCount val="5"/>
                <c:pt idx="0">
                  <c:v>48.91461786</c:v>
                </c:pt>
                <c:pt idx="1">
                  <c:v>87.46902808</c:v>
                </c:pt>
                <c:pt idx="2">
                  <c:v>117.2630681</c:v>
                </c:pt>
                <c:pt idx="3">
                  <c:v>139.136465</c:v>
                </c:pt>
                <c:pt idx="4">
                  <c:v>162.890699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{54.90959464,109.6400456,161.4100512,213.830994,262.0204069}</c:f>
              <c:numCache>
                <c:formatCode>General</c:formatCode>
                <c:ptCount val="5"/>
                <c:pt idx="0">
                  <c:v>54.90959464</c:v>
                </c:pt>
                <c:pt idx="1">
                  <c:v>109.6400456</c:v>
                </c:pt>
                <c:pt idx="2">
                  <c:v>161.4100512</c:v>
                </c:pt>
                <c:pt idx="3">
                  <c:v>213.830994</c:v>
                </c:pt>
                <c:pt idx="4">
                  <c:v>262.0204069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4dd49f5a-4bbf-47b7-bd28-e9a4f2b3effb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{30854.11638,33857.62819,37871.29306,41151.83132,43696.76741}</c:f>
              <c:numCache>
                <c:formatCode>General</c:formatCode>
                <c:ptCount val="5"/>
                <c:pt idx="0">
                  <c:v>30854.11638</c:v>
                </c:pt>
                <c:pt idx="1">
                  <c:v>33857.62819</c:v>
                </c:pt>
                <c:pt idx="2">
                  <c:v>37871.29306</c:v>
                </c:pt>
                <c:pt idx="3">
                  <c:v>41151.83132</c:v>
                </c:pt>
                <c:pt idx="4">
                  <c:v>43696.76741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{30624.40111,34473.2606,37730.18571,41509.80497,45031.87647}</c:f>
              <c:numCache>
                <c:formatCode>General</c:formatCode>
                <c:ptCount val="5"/>
                <c:pt idx="0">
                  <c:v>30624.40111</c:v>
                </c:pt>
                <c:pt idx="1">
                  <c:v>34473.2606</c:v>
                </c:pt>
                <c:pt idx="2">
                  <c:v>37730.18571</c:v>
                </c:pt>
                <c:pt idx="3">
                  <c:v>41509.80497</c:v>
                </c:pt>
                <c:pt idx="4">
                  <c:v>45031.87647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{30713.11716,34491.42027,37923.72962,41573.85803,44656.9117}</c:f>
              <c:numCache>
                <c:formatCode>General</c:formatCode>
                <c:ptCount val="5"/>
                <c:pt idx="0">
                  <c:v>30713.11716</c:v>
                </c:pt>
                <c:pt idx="1">
                  <c:v>34491.42027</c:v>
                </c:pt>
                <c:pt idx="2">
                  <c:v>37923.72962</c:v>
                </c:pt>
                <c:pt idx="3">
                  <c:v>41573.85803</c:v>
                </c:pt>
                <c:pt idx="4">
                  <c:v>44656.9117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{27514.85154,28058.92276,28350.53898,28889.60113,29501.06471}</c:f>
              <c:numCache>
                <c:formatCode>General</c:formatCode>
                <c:ptCount val="5"/>
                <c:pt idx="0">
                  <c:v>27514.85154</c:v>
                </c:pt>
                <c:pt idx="1">
                  <c:v>28058.92276</c:v>
                </c:pt>
                <c:pt idx="2">
                  <c:v>28350.53898</c:v>
                </c:pt>
                <c:pt idx="3">
                  <c:v>28889.60113</c:v>
                </c:pt>
                <c:pt idx="4">
                  <c:v>29501.06471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{30552.9556,34182.69294,37564.43726,40695.27764,44051.50653}</c:f>
              <c:numCache>
                <c:formatCode>General</c:formatCode>
                <c:ptCount val="5"/>
                <c:pt idx="0">
                  <c:v>30552.9556</c:v>
                </c:pt>
                <c:pt idx="1">
                  <c:v>34182.69294</c:v>
                </c:pt>
                <c:pt idx="2">
                  <c:v>37564.43726</c:v>
                </c:pt>
                <c:pt idx="3">
                  <c:v>40695.27764</c:v>
                </c:pt>
                <c:pt idx="4">
                  <c:v>44051.50653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{27515.17042,28085.6463,28351.4801,28991.42416,29429.89827}</c:f>
              <c:numCache>
                <c:formatCode>General</c:formatCode>
                <c:ptCount val="5"/>
                <c:pt idx="0">
                  <c:v>27515.17042</c:v>
                </c:pt>
                <c:pt idx="1">
                  <c:v>28085.6463</c:v>
                </c:pt>
                <c:pt idx="2">
                  <c:v>28351.4801</c:v>
                </c:pt>
                <c:pt idx="3">
                  <c:v>28991.42416</c:v>
                </c:pt>
                <c:pt idx="4">
                  <c:v>29429.89827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{30496.48286,34176.98083,38211.92344,40751.8728,43698.08891}</c:f>
              <c:numCache>
                <c:formatCode>General</c:formatCode>
                <c:ptCount val="5"/>
                <c:pt idx="0">
                  <c:v>30496.48286</c:v>
                </c:pt>
                <c:pt idx="1">
                  <c:v>34176.98083</c:v>
                </c:pt>
                <c:pt idx="2">
                  <c:v>38211.92344</c:v>
                </c:pt>
                <c:pt idx="3">
                  <c:v>40751.8728</c:v>
                </c:pt>
                <c:pt idx="4">
                  <c:v>43698.08891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{30531.97387,33992.70052,37627.46484,40938.26181,44300.16268}</c:f>
              <c:numCache>
                <c:formatCode>General</c:formatCode>
                <c:ptCount val="5"/>
                <c:pt idx="0">
                  <c:v>30531.97387</c:v>
                </c:pt>
                <c:pt idx="1">
                  <c:v>33992.70052</c:v>
                </c:pt>
                <c:pt idx="2">
                  <c:v>37627.46484</c:v>
                </c:pt>
                <c:pt idx="3">
                  <c:v>40938.26181</c:v>
                </c:pt>
                <c:pt idx="4">
                  <c:v>44300.16268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{27030,27054.24215,27106.09613,27124.6676,27224.71705}</c:f>
              <c:numCache>
                <c:formatCode>General</c:formatCode>
                <c:ptCount val="5"/>
                <c:pt idx="0">
                  <c:v>27030</c:v>
                </c:pt>
                <c:pt idx="1">
                  <c:v>27054.24215</c:v>
                </c:pt>
                <c:pt idx="2">
                  <c:v>27106.09613</c:v>
                </c:pt>
                <c:pt idx="3">
                  <c:v>27124.6676</c:v>
                </c:pt>
                <c:pt idx="4">
                  <c:v>27224.71705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Avg. tokens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c215dbf4-ddbb-4f94-9cf1-44f0955d1546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{153.1648002,578.0111284,868.2447948,1124.011426}</c:f>
              <c:numCache>
                <c:formatCode>General</c:formatCode>
                <c:ptCount val="4"/>
                <c:pt idx="0">
                  <c:v>153.1648002</c:v>
                </c:pt>
                <c:pt idx="1">
                  <c:v>578.0111284</c:v>
                </c:pt>
                <c:pt idx="2">
                  <c:v>868.2447948</c:v>
                </c:pt>
                <c:pt idx="3">
                  <c:v>1124.011426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{160.548981,603.6821184,920.0190461,1158.240368}</c:f>
              <c:numCache>
                <c:formatCode>General</c:formatCode>
                <c:ptCount val="4"/>
                <c:pt idx="0">
                  <c:v>160.548981</c:v>
                </c:pt>
                <c:pt idx="1">
                  <c:v>603.6821184</c:v>
                </c:pt>
                <c:pt idx="2">
                  <c:v>920.0190461</c:v>
                </c:pt>
                <c:pt idx="3">
                  <c:v>1158.240368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{157.4098547,592.3892429,911.3860251,1125.852769}</c:f>
              <c:numCache>
                <c:formatCode>General</c:formatCode>
                <c:ptCount val="4"/>
                <c:pt idx="0">
                  <c:v>157.4098547</c:v>
                </c:pt>
                <c:pt idx="1">
                  <c:v>592.3892429</c:v>
                </c:pt>
                <c:pt idx="2">
                  <c:v>911.3860251</c:v>
                </c:pt>
                <c:pt idx="3">
                  <c:v>1125.852769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{125.3965199,249.3666856,476.498489,905.1400091}</c:f>
              <c:numCache>
                <c:formatCode>General</c:formatCode>
                <c:ptCount val="4"/>
                <c:pt idx="0">
                  <c:v>125.3965199</c:v>
                </c:pt>
                <c:pt idx="1">
                  <c:v>249.3666856</c:v>
                </c:pt>
                <c:pt idx="2">
                  <c:v>476.498489</c:v>
                </c:pt>
                <c:pt idx="3">
                  <c:v>905.1400091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{158.1824268,591.9109746,913.4048859,1143.842846}</c:f>
              <c:numCache>
                <c:formatCode>General</c:formatCode>
                <c:ptCount val="4"/>
                <c:pt idx="0">
                  <c:v>158.1824268</c:v>
                </c:pt>
                <c:pt idx="1">
                  <c:v>591.9109746</c:v>
                </c:pt>
                <c:pt idx="2">
                  <c:v>913.4048859</c:v>
                </c:pt>
                <c:pt idx="3">
                  <c:v>1143.842846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{125.7792526,247.7115143,464.3420373,829.9826422}</c:f>
              <c:numCache>
                <c:formatCode>General</c:formatCode>
                <c:ptCount val="4"/>
                <c:pt idx="0">
                  <c:v>125.7792526</c:v>
                </c:pt>
                <c:pt idx="1">
                  <c:v>247.7115143</c:v>
                </c:pt>
                <c:pt idx="2">
                  <c:v>464.3420373</c:v>
                </c:pt>
                <c:pt idx="3">
                  <c:v>829.9826422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{152.4606405,582.835851,877.653965,1110.292298}</c:f>
              <c:numCache>
                <c:formatCode>General</c:formatCode>
                <c:ptCount val="4"/>
                <c:pt idx="0">
                  <c:v>152.4606405</c:v>
                </c:pt>
                <c:pt idx="1">
                  <c:v>582.835851</c:v>
                </c:pt>
                <c:pt idx="2">
                  <c:v>877.653965</c:v>
                </c:pt>
                <c:pt idx="3">
                  <c:v>1110.292298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{158.583058,570.4142229,898.2966852,1118.971487}</c:f>
              <c:numCache>
                <c:formatCode>General</c:formatCode>
                <c:ptCount val="4"/>
                <c:pt idx="0">
                  <c:v>158.583058</c:v>
                </c:pt>
                <c:pt idx="1">
                  <c:v>570.4142229</c:v>
                </c:pt>
                <c:pt idx="2">
                  <c:v>898.2966852</c:v>
                </c:pt>
                <c:pt idx="3">
                  <c:v>1118.971487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{131.1889816,230.0610665,254.1843899,428.751025}</c:f>
              <c:numCache>
                <c:formatCode>General</c:formatCode>
                <c:ptCount val="4"/>
                <c:pt idx="0">
                  <c:v>131.1889816</c:v>
                </c:pt>
                <c:pt idx="1">
                  <c:v>230.0610665</c:v>
                </c:pt>
                <c:pt idx="2">
                  <c:v>254.1843899</c:v>
                </c:pt>
                <c:pt idx="3">
                  <c:v>428.751025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Tail percentile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Latency (ms)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12398076-9e9a-4a55-b597-919b08df0edd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{45.34523614,78.93530703,103.6505294,124.0913396,142.9238823}</c:f>
              <c:numCache>
                <c:formatCode>General</c:formatCode>
                <c:ptCount val="5"/>
                <c:pt idx="0">
                  <c:v>45.34523614</c:v>
                </c:pt>
                <c:pt idx="1">
                  <c:v>78.93530703</c:v>
                </c:pt>
                <c:pt idx="2">
                  <c:v>103.6505294</c:v>
                </c:pt>
                <c:pt idx="3">
                  <c:v>124.0913396</c:v>
                </c:pt>
                <c:pt idx="4">
                  <c:v>142.9238823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{45.14114384,76.51163596,102.4673793,123.1320704,139.2026019}</c:f>
              <c:numCache>
                <c:formatCode>General</c:formatCode>
                <c:ptCount val="5"/>
                <c:pt idx="0">
                  <c:v>45.14114384</c:v>
                </c:pt>
                <c:pt idx="1">
                  <c:v>76.51163596</c:v>
                </c:pt>
                <c:pt idx="2">
                  <c:v>102.4673793</c:v>
                </c:pt>
                <c:pt idx="3">
                  <c:v>123.1320704</c:v>
                </c:pt>
                <c:pt idx="4">
                  <c:v>139.2026019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{45.53865431,77.59715222,102.6319131,123.5890652,139.6287056}</c:f>
              <c:numCache>
                <c:formatCode>General</c:formatCode>
                <c:ptCount val="5"/>
                <c:pt idx="0">
                  <c:v>45.53865431</c:v>
                </c:pt>
                <c:pt idx="1">
                  <c:v>77.59715222</c:v>
                </c:pt>
                <c:pt idx="2">
                  <c:v>102.6319131</c:v>
                </c:pt>
                <c:pt idx="3">
                  <c:v>123.5890652</c:v>
                </c:pt>
                <c:pt idx="4">
                  <c:v>139.6287056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{54.61327205,106.2336019,153.422703,199.3409959,237.0620653}</c:f>
              <c:numCache>
                <c:formatCode>General</c:formatCode>
                <c:ptCount val="5"/>
                <c:pt idx="0">
                  <c:v>54.61327205</c:v>
                </c:pt>
                <c:pt idx="1">
                  <c:v>106.2336019</c:v>
                </c:pt>
                <c:pt idx="2">
                  <c:v>153.422703</c:v>
                </c:pt>
                <c:pt idx="3">
                  <c:v>199.3409959</c:v>
                </c:pt>
                <c:pt idx="4">
                  <c:v>237.0620653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{45.64398274,79.27846411,104.1361758,124.2632744,141.2914781}</c:f>
              <c:numCache>
                <c:formatCode>General</c:formatCode>
                <c:ptCount val="5"/>
                <c:pt idx="0">
                  <c:v>45.64398274</c:v>
                </c:pt>
                <c:pt idx="1">
                  <c:v>79.27846411</c:v>
                </c:pt>
                <c:pt idx="2">
                  <c:v>104.1361758</c:v>
                </c:pt>
                <c:pt idx="3">
                  <c:v>124.2632744</c:v>
                </c:pt>
                <c:pt idx="4">
                  <c:v>141.2914781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{54.4316418,105.7349748,151.5345137,197.8765824,237.8629158}</c:f>
              <c:numCache>
                <c:formatCode>General</c:formatCode>
                <c:ptCount val="5"/>
                <c:pt idx="0">
                  <c:v>54.4316418</c:v>
                </c:pt>
                <c:pt idx="1">
                  <c:v>105.7349748</c:v>
                </c:pt>
                <c:pt idx="2">
                  <c:v>151.5345137</c:v>
                </c:pt>
                <c:pt idx="3">
                  <c:v>197.8765824</c:v>
                </c:pt>
                <c:pt idx="4">
                  <c:v>237.8629158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{45.50175552,77.59429696,102.536776,124.8701739,137.0046378}</c:f>
              <c:numCache>
                <c:formatCode>General</c:formatCode>
                <c:ptCount val="5"/>
                <c:pt idx="0">
                  <c:v>45.50175552</c:v>
                </c:pt>
                <c:pt idx="1">
                  <c:v>77.59429696</c:v>
                </c:pt>
                <c:pt idx="2">
                  <c:v>102.536776</c:v>
                </c:pt>
                <c:pt idx="3">
                  <c:v>124.8701739</c:v>
                </c:pt>
                <c:pt idx="4">
                  <c:v>137.0046378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{44.96094759,78.93408724,104.7073525,123.795389,142.491908}</c:f>
              <c:numCache>
                <c:formatCode>General</c:formatCode>
                <c:ptCount val="5"/>
                <c:pt idx="0">
                  <c:v>44.96094759</c:v>
                </c:pt>
                <c:pt idx="1">
                  <c:v>78.93408724</c:v>
                </c:pt>
                <c:pt idx="2">
                  <c:v>104.7073525</c:v>
                </c:pt>
                <c:pt idx="3">
                  <c:v>123.795389</c:v>
                </c:pt>
                <c:pt idx="4">
                  <c:v>142.491908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{54.76595241,109.344489,161.7186738,212.8437617,259.284881}</c:f>
              <c:numCache>
                <c:formatCode>General</c:formatCode>
                <c:ptCount val="5"/>
                <c:pt idx="0">
                  <c:v>54.76595241</c:v>
                </c:pt>
                <c:pt idx="1">
                  <c:v>109.344489</c:v>
                </c:pt>
                <c:pt idx="2">
                  <c:v>161.7186738</c:v>
                </c:pt>
                <c:pt idx="3">
                  <c:v>212.8437617</c:v>
                </c:pt>
                <c:pt idx="4">
                  <c:v>259.284881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c080bf-de91-4600-b9d1-c1e07b7acdb4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{45.34523614,78.93530703,103.6505294,124.0913396,142.9238823}</c:f>
              <c:numCache>
                <c:formatCode>General</c:formatCode>
                <c:ptCount val="5"/>
                <c:pt idx="0">
                  <c:v>45.34523614</c:v>
                </c:pt>
                <c:pt idx="1">
                  <c:v>78.93530703</c:v>
                </c:pt>
                <c:pt idx="2">
                  <c:v>103.6505294</c:v>
                </c:pt>
                <c:pt idx="3">
                  <c:v>124.0913396</c:v>
                </c:pt>
                <c:pt idx="4">
                  <c:v>142.9238823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{45.14114384,76.51163596,102.4673793,123.1320704,139.2026019}</c:f>
              <c:numCache>
                <c:formatCode>General</c:formatCode>
                <c:ptCount val="5"/>
                <c:pt idx="0">
                  <c:v>45.14114384</c:v>
                </c:pt>
                <c:pt idx="1">
                  <c:v>76.51163596</c:v>
                </c:pt>
                <c:pt idx="2">
                  <c:v>102.4673793</c:v>
                </c:pt>
                <c:pt idx="3">
                  <c:v>123.1320704</c:v>
                </c:pt>
                <c:pt idx="4">
                  <c:v>139.2026019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{45.53865431,77.59715222,102.6319131,123.5890652,139.6287056}</c:f>
              <c:numCache>
                <c:formatCode>General</c:formatCode>
                <c:ptCount val="5"/>
                <c:pt idx="0">
                  <c:v>45.53865431</c:v>
                </c:pt>
                <c:pt idx="1">
                  <c:v>77.59715222</c:v>
                </c:pt>
                <c:pt idx="2">
                  <c:v>102.6319131</c:v>
                </c:pt>
                <c:pt idx="3">
                  <c:v>123.5890652</c:v>
                </c:pt>
                <c:pt idx="4">
                  <c:v>139.6287056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{54.61327205,106.2336019,153.422703,199.3409959,237.0620653}</c:f>
              <c:numCache>
                <c:formatCode>General</c:formatCode>
                <c:ptCount val="5"/>
                <c:pt idx="0">
                  <c:v>54.61327205</c:v>
                </c:pt>
                <c:pt idx="1">
                  <c:v>106.2336019</c:v>
                </c:pt>
                <c:pt idx="2">
                  <c:v>153.422703</c:v>
                </c:pt>
                <c:pt idx="3">
                  <c:v>199.3409959</c:v>
                </c:pt>
                <c:pt idx="4">
                  <c:v>237.0620653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{45.64398274,79.27846411,104.1361758,124.2632744,141.2914781}</c:f>
              <c:numCache>
                <c:formatCode>General</c:formatCode>
                <c:ptCount val="5"/>
                <c:pt idx="0">
                  <c:v>45.64398274</c:v>
                </c:pt>
                <c:pt idx="1">
                  <c:v>79.27846411</c:v>
                </c:pt>
                <c:pt idx="2">
                  <c:v>104.1361758</c:v>
                </c:pt>
                <c:pt idx="3">
                  <c:v>124.2632744</c:v>
                </c:pt>
                <c:pt idx="4">
                  <c:v>141.2914781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{54.4316418,105.7349748,151.5345137,197.8765824,237.8629158}</c:f>
              <c:numCache>
                <c:formatCode>General</c:formatCode>
                <c:ptCount val="5"/>
                <c:pt idx="0">
                  <c:v>54.4316418</c:v>
                </c:pt>
                <c:pt idx="1">
                  <c:v>105.7349748</c:v>
                </c:pt>
                <c:pt idx="2">
                  <c:v>151.5345137</c:v>
                </c:pt>
                <c:pt idx="3">
                  <c:v>197.8765824</c:v>
                </c:pt>
                <c:pt idx="4">
                  <c:v>237.8629158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{45.50175552,77.59429696,102.536776,124.8701739,137.0046378}</c:f>
              <c:numCache>
                <c:formatCode>General</c:formatCode>
                <c:ptCount val="5"/>
                <c:pt idx="0">
                  <c:v>45.50175552</c:v>
                </c:pt>
                <c:pt idx="1">
                  <c:v>77.59429696</c:v>
                </c:pt>
                <c:pt idx="2">
                  <c:v>102.536776</c:v>
                </c:pt>
                <c:pt idx="3">
                  <c:v>124.8701739</c:v>
                </c:pt>
                <c:pt idx="4">
                  <c:v>137.0046378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{44.96094759,78.93408724,104.7073525,123.795389,142.491908}</c:f>
              <c:numCache>
                <c:formatCode>General</c:formatCode>
                <c:ptCount val="5"/>
                <c:pt idx="0">
                  <c:v>44.96094759</c:v>
                </c:pt>
                <c:pt idx="1">
                  <c:v>78.93408724</c:v>
                </c:pt>
                <c:pt idx="2">
                  <c:v>104.7073525</c:v>
                </c:pt>
                <c:pt idx="3">
                  <c:v>123.795389</c:v>
                </c:pt>
                <c:pt idx="4">
                  <c:v>142.491908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{54.76595241,109.344489,161.7186738,212.8437617,259.284881}</c:f>
              <c:numCache>
                <c:formatCode>General</c:formatCode>
                <c:ptCount val="5"/>
                <c:pt idx="0">
                  <c:v>54.76595241</c:v>
                </c:pt>
                <c:pt idx="1">
                  <c:v>109.344489</c:v>
                </c:pt>
                <c:pt idx="2">
                  <c:v>161.7186738</c:v>
                </c:pt>
                <c:pt idx="3">
                  <c:v>212.8437617</c:v>
                </c:pt>
                <c:pt idx="4">
                  <c:v>259.284881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78de9f3-6341-4119-8f75-74276df9e512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{32674.79098,37100.42963,42032.85765,46174.90802,50061.69638}</c:f>
              <c:numCache>
                <c:formatCode>General</c:formatCode>
                <c:ptCount val="5"/>
                <c:pt idx="0">
                  <c:v>32674.79098</c:v>
                </c:pt>
                <c:pt idx="1">
                  <c:v>37100.42963</c:v>
                </c:pt>
                <c:pt idx="2">
                  <c:v>42032.85765</c:v>
                </c:pt>
                <c:pt idx="3">
                  <c:v>46174.90802</c:v>
                </c:pt>
                <c:pt idx="4">
                  <c:v>50061.69638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{32870.48417,37880.23546,42676.67613,46258.34598,51037.93933}</c:f>
              <c:numCache>
                <c:formatCode>General</c:formatCode>
                <c:ptCount val="5"/>
                <c:pt idx="0">
                  <c:v>32870.48417</c:v>
                </c:pt>
                <c:pt idx="1">
                  <c:v>37880.23546</c:v>
                </c:pt>
                <c:pt idx="2">
                  <c:v>42676.67613</c:v>
                </c:pt>
                <c:pt idx="3">
                  <c:v>46258.34598</c:v>
                </c:pt>
                <c:pt idx="4">
                  <c:v>51037.93933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{32722.2379,37871.36999,42251.23315,46385.61473,50344.79594}</c:f>
              <c:numCache>
                <c:formatCode>General</c:formatCode>
                <c:ptCount val="5"/>
                <c:pt idx="0">
                  <c:v>32722.2379</c:v>
                </c:pt>
                <c:pt idx="1">
                  <c:v>37871.36999</c:v>
                </c:pt>
                <c:pt idx="2">
                  <c:v>42251.23315</c:v>
                </c:pt>
                <c:pt idx="3">
                  <c:v>46385.61473</c:v>
                </c:pt>
                <c:pt idx="4">
                  <c:v>50344.79594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{27630.91097,28356.32342,29139.03617,29806.72867,30540.30425}</c:f>
              <c:numCache>
                <c:formatCode>General</c:formatCode>
                <c:ptCount val="5"/>
                <c:pt idx="0">
                  <c:v>27630.91097</c:v>
                </c:pt>
                <c:pt idx="1">
                  <c:v>28356.32342</c:v>
                </c:pt>
                <c:pt idx="2">
                  <c:v>29139.03617</c:v>
                </c:pt>
                <c:pt idx="3">
                  <c:v>29806.72867</c:v>
                </c:pt>
                <c:pt idx="4">
                  <c:v>30540.30425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{32497.24598,37029.6431,41580.24897,46167.33493,49909.56902}</c:f>
              <c:numCache>
                <c:formatCode>General</c:formatCode>
                <c:ptCount val="5"/>
                <c:pt idx="0">
                  <c:v>32497.24598</c:v>
                </c:pt>
                <c:pt idx="1">
                  <c:v>37029.6431</c:v>
                </c:pt>
                <c:pt idx="2">
                  <c:v>41580.24897</c:v>
                </c:pt>
                <c:pt idx="3">
                  <c:v>46167.33493</c:v>
                </c:pt>
                <c:pt idx="4">
                  <c:v>49909.56902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{27632.06889,28461.82874,29301.29041,29822.69093,30531.38474}</c:f>
              <c:numCache>
                <c:formatCode>General</c:formatCode>
                <c:ptCount val="5"/>
                <c:pt idx="0">
                  <c:v>27632.06889</c:v>
                </c:pt>
                <c:pt idx="1">
                  <c:v>28461.82874</c:v>
                </c:pt>
                <c:pt idx="2">
                  <c:v>29301.29041</c:v>
                </c:pt>
                <c:pt idx="3">
                  <c:v>29822.69093</c:v>
                </c:pt>
                <c:pt idx="4">
                  <c:v>30531.38474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{32540.63281,37331.19281,42120.83756,46097.57403,51109.549}</c:f>
              <c:numCache>
                <c:formatCode>General</c:formatCode>
                <c:ptCount val="5"/>
                <c:pt idx="0">
                  <c:v>32540.63281</c:v>
                </c:pt>
                <c:pt idx="1">
                  <c:v>37331.19281</c:v>
                </c:pt>
                <c:pt idx="2">
                  <c:v>42120.83756</c:v>
                </c:pt>
                <c:pt idx="3">
                  <c:v>46097.57403</c:v>
                </c:pt>
                <c:pt idx="4">
                  <c:v>51109.549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{32872.78707,37135.67906,41807.99715,46273.11759,49912.82944}</c:f>
              <c:numCache>
                <c:formatCode>General</c:formatCode>
                <c:ptCount val="5"/>
                <c:pt idx="0">
                  <c:v>32872.78707</c:v>
                </c:pt>
                <c:pt idx="1">
                  <c:v>37135.67906</c:v>
                </c:pt>
                <c:pt idx="2">
                  <c:v>41807.99715</c:v>
                </c:pt>
                <c:pt idx="3">
                  <c:v>46273.11759</c:v>
                </c:pt>
                <c:pt idx="4">
                  <c:v>49912.82944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{27078.41197,27062.23617,27128.32749,27153.94568,27318.24798}</c:f>
              <c:numCache>
                <c:formatCode>General</c:formatCode>
                <c:ptCount val="5"/>
                <c:pt idx="0">
                  <c:v>27078.41197</c:v>
                </c:pt>
                <c:pt idx="1">
                  <c:v>27062.23617</c:v>
                </c:pt>
                <c:pt idx="2">
                  <c:v>27128.32749</c:v>
                </c:pt>
                <c:pt idx="3">
                  <c:v>27153.94568</c:v>
                </c:pt>
                <c:pt idx="4">
                  <c:v>27318.24798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Avg. tokens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c6ff67c-4b77-4825-903d-53a4b6d5f227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{172.5917719,626.4207606,926.2602727,1087.216289}</c:f>
              <c:numCache>
                <c:formatCode>General</c:formatCode>
                <c:ptCount val="4"/>
                <c:pt idx="0">
                  <c:v>172.5917719</c:v>
                </c:pt>
                <c:pt idx="1">
                  <c:v>626.4207606</c:v>
                </c:pt>
                <c:pt idx="2">
                  <c:v>926.2602727</c:v>
                </c:pt>
                <c:pt idx="3">
                  <c:v>1087.216289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{181.4910455,634.2112537,955.9620188,1163.97735}</c:f>
              <c:numCache>
                <c:formatCode>General</c:formatCode>
                <c:ptCount val="4"/>
                <c:pt idx="0">
                  <c:v>181.4910455</c:v>
                </c:pt>
                <c:pt idx="1">
                  <c:v>634.2112537</c:v>
                </c:pt>
                <c:pt idx="2">
                  <c:v>955.9620188</c:v>
                </c:pt>
                <c:pt idx="3">
                  <c:v>1163.97735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{179.4641771,626.4533351,945.470806,1131.424732}</c:f>
              <c:numCache>
                <c:formatCode>General</c:formatCode>
                <c:ptCount val="4"/>
                <c:pt idx="0">
                  <c:v>179.4641771</c:v>
                </c:pt>
                <c:pt idx="1">
                  <c:v>626.4533351</c:v>
                </c:pt>
                <c:pt idx="2">
                  <c:v>945.470806</c:v>
                </c:pt>
                <c:pt idx="3">
                  <c:v>1131.424732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{126.3648355,269.9298032,540.8437752,942.8513289}</c:f>
              <c:numCache>
                <c:formatCode>General</c:formatCode>
                <c:ptCount val="4"/>
                <c:pt idx="0">
                  <c:v>126.3648355</c:v>
                </c:pt>
                <c:pt idx="1">
                  <c:v>269.9298032</c:v>
                </c:pt>
                <c:pt idx="2">
                  <c:v>540.8437752</c:v>
                </c:pt>
                <c:pt idx="3">
                  <c:v>942.8513289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{167.8054937,625.3152967,937.9020964,1141.972671}</c:f>
              <c:numCache>
                <c:formatCode>General</c:formatCode>
                <c:ptCount val="4"/>
                <c:pt idx="0">
                  <c:v>167.8054937</c:v>
                </c:pt>
                <c:pt idx="1">
                  <c:v>625.3152967</c:v>
                </c:pt>
                <c:pt idx="2">
                  <c:v>937.9020964</c:v>
                </c:pt>
                <c:pt idx="3">
                  <c:v>1141.972671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{125.8788702,273.0057957,589.8207366,949.4784493}</c:f>
              <c:numCache>
                <c:formatCode>General</c:formatCode>
                <c:ptCount val="4"/>
                <c:pt idx="0">
                  <c:v>125.8788702</c:v>
                </c:pt>
                <c:pt idx="1">
                  <c:v>273.0057957</c:v>
                </c:pt>
                <c:pt idx="2">
                  <c:v>589.8207366</c:v>
                </c:pt>
                <c:pt idx="3">
                  <c:v>949.4784493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{174.0557028,642.5354787,1023.921053,1178.197979}</c:f>
              <c:numCache>
                <c:formatCode>General</c:formatCode>
                <c:ptCount val="4"/>
                <c:pt idx="0">
                  <c:v>174.0557028</c:v>
                </c:pt>
                <c:pt idx="1">
                  <c:v>642.5354787</c:v>
                </c:pt>
                <c:pt idx="2">
                  <c:v>1023.921053</c:v>
                </c:pt>
                <c:pt idx="3">
                  <c:v>1178.197979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{176.2726458,625.3242712,936.310089,1130.529011}</c:f>
              <c:numCache>
                <c:formatCode>General</c:formatCode>
                <c:ptCount val="4"/>
                <c:pt idx="0">
                  <c:v>176.2726458</c:v>
                </c:pt>
                <c:pt idx="1">
                  <c:v>625.3242712</c:v>
                </c:pt>
                <c:pt idx="2">
                  <c:v>936.310089</c:v>
                </c:pt>
                <c:pt idx="3">
                  <c:v>1130.529011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{132.2468955,231.6785635,261.0083304,416.444728}</c:f>
              <c:numCache>
                <c:formatCode>General</c:formatCode>
                <c:ptCount val="4"/>
                <c:pt idx="0">
                  <c:v>132.2468955</c:v>
                </c:pt>
                <c:pt idx="1">
                  <c:v>231.6785635</c:v>
                </c:pt>
                <c:pt idx="2">
                  <c:v>261.0083304</c:v>
                </c:pt>
                <c:pt idx="3">
                  <c:v>416.444728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Tail percentile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Latency (ms)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6441fa0-bd17-4075-8509-b6c6f3fa6562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{10.154652,13.94453301,27.95819769,19.71808491,21.48789086}</c:f>
              <c:numCache>
                <c:formatCode>General</c:formatCode>
                <c:ptCount val="5"/>
                <c:pt idx="0">
                  <c:v>10.154652</c:v>
                </c:pt>
                <c:pt idx="1">
                  <c:v>13.94453301</c:v>
                </c:pt>
                <c:pt idx="2">
                  <c:v>27.95819769</c:v>
                </c:pt>
                <c:pt idx="3">
                  <c:v>19.71808491</c:v>
                </c:pt>
                <c:pt idx="4">
                  <c:v>21.48789086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{10.13757668,13.89582249,27.41433576,19.67086493,21.17367986}</c:f>
              <c:numCache>
                <c:formatCode>General</c:formatCode>
                <c:ptCount val="5"/>
                <c:pt idx="0">
                  <c:v>10.13757668</c:v>
                </c:pt>
                <c:pt idx="1">
                  <c:v>13.89582249</c:v>
                </c:pt>
                <c:pt idx="2">
                  <c:v>27.41433576</c:v>
                </c:pt>
                <c:pt idx="3">
                  <c:v>19.67086493</c:v>
                </c:pt>
                <c:pt idx="4">
                  <c:v>21.17367986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{10.20457877,13.90162607,28.18122628,19.49987012,21.43844488}</c:f>
              <c:numCache>
                <c:formatCode>General</c:formatCode>
                <c:ptCount val="5"/>
                <c:pt idx="0">
                  <c:v>10.20457877</c:v>
                </c:pt>
                <c:pt idx="1">
                  <c:v>13.90162607</c:v>
                </c:pt>
                <c:pt idx="2">
                  <c:v>28.18122628</c:v>
                </c:pt>
                <c:pt idx="3">
                  <c:v>19.49987012</c:v>
                </c:pt>
                <c:pt idx="4">
                  <c:v>21.43844488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{13.58448912,19.21868868,39.88453854,27.98214085,30.71133702}</c:f>
              <c:numCache>
                <c:formatCode>General</c:formatCode>
                <c:ptCount val="5"/>
                <c:pt idx="0">
                  <c:v>13.58448912</c:v>
                </c:pt>
                <c:pt idx="1">
                  <c:v>19.21868868</c:v>
                </c:pt>
                <c:pt idx="2">
                  <c:v>39.88453854</c:v>
                </c:pt>
                <c:pt idx="3">
                  <c:v>27.98214085</c:v>
                </c:pt>
                <c:pt idx="4">
                  <c:v>30.71133702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{10.26433288,14.7207514,26.5640733,19.23535758,20.99582115}</c:f>
              <c:numCache>
                <c:formatCode>General</c:formatCode>
                <c:ptCount val="5"/>
                <c:pt idx="0">
                  <c:v>10.26433288</c:v>
                </c:pt>
                <c:pt idx="1">
                  <c:v>14.7207514</c:v>
                </c:pt>
                <c:pt idx="2">
                  <c:v>26.5640733</c:v>
                </c:pt>
                <c:pt idx="3">
                  <c:v>19.23535758</c:v>
                </c:pt>
                <c:pt idx="4">
                  <c:v>20.99582115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{13.30260541,19.64893002,39.82429531,27.48613349,30.58586188}</c:f>
              <c:numCache>
                <c:formatCode>General</c:formatCode>
                <c:ptCount val="5"/>
                <c:pt idx="0">
                  <c:v>13.30260541</c:v>
                </c:pt>
                <c:pt idx="1">
                  <c:v>19.64893002</c:v>
                </c:pt>
                <c:pt idx="2">
                  <c:v>39.82429531</c:v>
                </c:pt>
                <c:pt idx="3">
                  <c:v>27.48613349</c:v>
                </c:pt>
                <c:pt idx="4">
                  <c:v>30.58586188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{10.08142178,14.83718868,27.61487551,19.4808341,21.7472171}</c:f>
              <c:numCache>
                <c:formatCode>General</c:formatCode>
                <c:ptCount val="5"/>
                <c:pt idx="0">
                  <c:v>10.08142178</c:v>
                </c:pt>
                <c:pt idx="1">
                  <c:v>14.83718868</c:v>
                </c:pt>
                <c:pt idx="2">
                  <c:v>27.61487551</c:v>
                </c:pt>
                <c:pt idx="3">
                  <c:v>19.4808341</c:v>
                </c:pt>
                <c:pt idx="4">
                  <c:v>21.7472171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{10.2549551,13.78469659,27.11031821,19.40458354,21.40277035}</c:f>
              <c:numCache>
                <c:formatCode>General</c:formatCode>
                <c:ptCount val="5"/>
                <c:pt idx="0">
                  <c:v>10.2549551</c:v>
                </c:pt>
                <c:pt idx="1">
                  <c:v>13.78469659</c:v>
                </c:pt>
                <c:pt idx="2">
                  <c:v>27.11031821</c:v>
                </c:pt>
                <c:pt idx="3">
                  <c:v>19.40458354</c:v>
                </c:pt>
                <c:pt idx="4">
                  <c:v>21.40277035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{29.59611076,59.76914775,122.687958,117.4260502,139.7972746}</c:f>
              <c:numCache>
                <c:formatCode>General</c:formatCode>
                <c:ptCount val="5"/>
                <c:pt idx="0">
                  <c:v>29.59611076</c:v>
                </c:pt>
                <c:pt idx="1">
                  <c:v>59.76914775</c:v>
                </c:pt>
                <c:pt idx="2">
                  <c:v>122.687958</c:v>
                </c:pt>
                <c:pt idx="3">
                  <c:v>117.4260502</c:v>
                </c:pt>
                <c:pt idx="4">
                  <c:v>139.7972746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c9f5570e-70a2-4ce9-b565-321ccaff146b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{10.154652,13.94453301,27.95819769,19.71808491,21.48789086}</c:f>
              <c:numCache>
                <c:formatCode>General</c:formatCode>
                <c:ptCount val="5"/>
                <c:pt idx="0">
                  <c:v>10.154652</c:v>
                </c:pt>
                <c:pt idx="1">
                  <c:v>13.94453301</c:v>
                </c:pt>
                <c:pt idx="2">
                  <c:v>27.95819769</c:v>
                </c:pt>
                <c:pt idx="3">
                  <c:v>19.71808491</c:v>
                </c:pt>
                <c:pt idx="4">
                  <c:v>21.48789086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{10.13757668,13.89582249,27.41433576,19.67086493,21.17367986}</c:f>
              <c:numCache>
                <c:formatCode>General</c:formatCode>
                <c:ptCount val="5"/>
                <c:pt idx="0">
                  <c:v>10.13757668</c:v>
                </c:pt>
                <c:pt idx="1">
                  <c:v>13.89582249</c:v>
                </c:pt>
                <c:pt idx="2">
                  <c:v>27.41433576</c:v>
                </c:pt>
                <c:pt idx="3">
                  <c:v>19.67086493</c:v>
                </c:pt>
                <c:pt idx="4">
                  <c:v>21.17367986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{10.20457877,13.90162607,28.18122628,19.49987012,21.43844488}</c:f>
              <c:numCache>
                <c:formatCode>General</c:formatCode>
                <c:ptCount val="5"/>
                <c:pt idx="0">
                  <c:v>10.20457877</c:v>
                </c:pt>
                <c:pt idx="1">
                  <c:v>13.90162607</c:v>
                </c:pt>
                <c:pt idx="2">
                  <c:v>28.18122628</c:v>
                </c:pt>
                <c:pt idx="3">
                  <c:v>19.49987012</c:v>
                </c:pt>
                <c:pt idx="4">
                  <c:v>21.43844488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{13.58448912,19.21868868,39.88453854,27.98214085,30.71133702}</c:f>
              <c:numCache>
                <c:formatCode>General</c:formatCode>
                <c:ptCount val="5"/>
                <c:pt idx="0">
                  <c:v>13.58448912</c:v>
                </c:pt>
                <c:pt idx="1">
                  <c:v>19.21868868</c:v>
                </c:pt>
                <c:pt idx="2">
                  <c:v>39.88453854</c:v>
                </c:pt>
                <c:pt idx="3">
                  <c:v>27.98214085</c:v>
                </c:pt>
                <c:pt idx="4">
                  <c:v>30.71133702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{10.26433288,14.7207514,26.5640733,19.23535758,20.99582115}</c:f>
              <c:numCache>
                <c:formatCode>General</c:formatCode>
                <c:ptCount val="5"/>
                <c:pt idx="0">
                  <c:v>10.26433288</c:v>
                </c:pt>
                <c:pt idx="1">
                  <c:v>14.7207514</c:v>
                </c:pt>
                <c:pt idx="2">
                  <c:v>26.5640733</c:v>
                </c:pt>
                <c:pt idx="3">
                  <c:v>19.23535758</c:v>
                </c:pt>
                <c:pt idx="4">
                  <c:v>20.99582115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{13.30260541,19.64893002,39.82429531,27.48613349,30.58586188}</c:f>
              <c:numCache>
                <c:formatCode>General</c:formatCode>
                <c:ptCount val="5"/>
                <c:pt idx="0">
                  <c:v>13.30260541</c:v>
                </c:pt>
                <c:pt idx="1">
                  <c:v>19.64893002</c:v>
                </c:pt>
                <c:pt idx="2">
                  <c:v>39.82429531</c:v>
                </c:pt>
                <c:pt idx="3">
                  <c:v>27.48613349</c:v>
                </c:pt>
                <c:pt idx="4">
                  <c:v>30.58586188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{10.08142178,14.83718868,27.61487551,19.4808341,21.7472171}</c:f>
              <c:numCache>
                <c:formatCode>General</c:formatCode>
                <c:ptCount val="5"/>
                <c:pt idx="0">
                  <c:v>10.08142178</c:v>
                </c:pt>
                <c:pt idx="1">
                  <c:v>14.83718868</c:v>
                </c:pt>
                <c:pt idx="2">
                  <c:v>27.61487551</c:v>
                </c:pt>
                <c:pt idx="3">
                  <c:v>19.4808341</c:v>
                </c:pt>
                <c:pt idx="4">
                  <c:v>21.7472171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{10.2549551,13.78469659,27.11031821,19.40458354,21.40277035}</c:f>
              <c:numCache>
                <c:formatCode>General</c:formatCode>
                <c:ptCount val="5"/>
                <c:pt idx="0">
                  <c:v>10.2549551</c:v>
                </c:pt>
                <c:pt idx="1">
                  <c:v>13.78469659</c:v>
                </c:pt>
                <c:pt idx="2">
                  <c:v>27.11031821</c:v>
                </c:pt>
                <c:pt idx="3">
                  <c:v>19.40458354</c:v>
                </c:pt>
                <c:pt idx="4">
                  <c:v>21.40277035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{29.59611076,59.76914775,122.687958,117.4260502,139.7972746}</c:f>
              <c:numCache>
                <c:formatCode>General</c:formatCode>
                <c:ptCount val="5"/>
                <c:pt idx="0">
                  <c:v>29.59611076</c:v>
                </c:pt>
                <c:pt idx="1">
                  <c:v>59.76914775</c:v>
                </c:pt>
                <c:pt idx="2">
                  <c:v>122.687958</c:v>
                </c:pt>
                <c:pt idx="3">
                  <c:v>117.4260502</c:v>
                </c:pt>
                <c:pt idx="4">
                  <c:v>139.7972746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f8f3a34-f2da-43b8-898a-cd40699b9ddd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{60123.27428,85209.21308,110091.7757,120964.6407,139571.2312}</c:f>
              <c:numCache>
                <c:formatCode>General</c:formatCode>
                <c:ptCount val="5"/>
                <c:pt idx="0">
                  <c:v>60123.27428</c:v>
                </c:pt>
                <c:pt idx="1">
                  <c:v>85209.21308</c:v>
                </c:pt>
                <c:pt idx="2">
                  <c:v>110091.7757</c:v>
                </c:pt>
                <c:pt idx="3">
                  <c:v>120964.6407</c:v>
                </c:pt>
                <c:pt idx="4">
                  <c:v>139571.2312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{59770.41337,84003.709,110689.0578,122711.2783,140596.1215}</c:f>
              <c:numCache>
                <c:formatCode>General</c:formatCode>
                <c:ptCount val="5"/>
                <c:pt idx="0">
                  <c:v>59770.41337</c:v>
                </c:pt>
                <c:pt idx="1">
                  <c:v>84003.709</c:v>
                </c:pt>
                <c:pt idx="2">
                  <c:v>110689.0578</c:v>
                </c:pt>
                <c:pt idx="3">
                  <c:v>122711.2783</c:v>
                </c:pt>
                <c:pt idx="4">
                  <c:v>140596.1215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{59737.11049,85002.23684,110847.8091,126200.4116,139404.5149}</c:f>
              <c:numCache>
                <c:formatCode>General</c:formatCode>
                <c:ptCount val="5"/>
                <c:pt idx="0">
                  <c:v>59737.11049</c:v>
                </c:pt>
                <c:pt idx="1">
                  <c:v>85002.23684</c:v>
                </c:pt>
                <c:pt idx="2">
                  <c:v>110847.8091</c:v>
                </c:pt>
                <c:pt idx="3">
                  <c:v>126200.4116</c:v>
                </c:pt>
                <c:pt idx="4">
                  <c:v>139404.5149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{47753.79394,61497.7643,77524.57566,86420.62631,97243.60697}</c:f>
              <c:numCache>
                <c:formatCode>General</c:formatCode>
                <c:ptCount val="5"/>
                <c:pt idx="0">
                  <c:v>47753.79394</c:v>
                </c:pt>
                <c:pt idx="1">
                  <c:v>61497.7643</c:v>
                </c:pt>
                <c:pt idx="2">
                  <c:v>77524.57566</c:v>
                </c:pt>
                <c:pt idx="3">
                  <c:v>86420.62631</c:v>
                </c:pt>
                <c:pt idx="4">
                  <c:v>97243.60697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{58963.31024,83020.02645,112941.3585,124385.6545,141573.2623}</c:f>
              <c:numCache>
                <c:formatCode>General</c:formatCode>
                <c:ptCount val="5"/>
                <c:pt idx="0">
                  <c:v>58963.31024</c:v>
                </c:pt>
                <c:pt idx="1">
                  <c:v>83020.02645</c:v>
                </c:pt>
                <c:pt idx="2">
                  <c:v>112941.3585</c:v>
                </c:pt>
                <c:pt idx="3">
                  <c:v>124385.6545</c:v>
                </c:pt>
                <c:pt idx="4">
                  <c:v>141573.2623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{48181.13648,62107.90102,78785.41476,86957.12186,96877.95915}</c:f>
              <c:numCache>
                <c:formatCode>General</c:formatCode>
                <c:ptCount val="5"/>
                <c:pt idx="0">
                  <c:v>48181.13648</c:v>
                </c:pt>
                <c:pt idx="1">
                  <c:v>62107.90102</c:v>
                </c:pt>
                <c:pt idx="2">
                  <c:v>78785.41476</c:v>
                </c:pt>
                <c:pt idx="3">
                  <c:v>86957.12186</c:v>
                </c:pt>
                <c:pt idx="4">
                  <c:v>96877.95915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{60609.02337,82037.62844,109943.2141,123003.0206,140640.6305}</c:f>
              <c:numCache>
                <c:formatCode>General</c:formatCode>
                <c:ptCount val="5"/>
                <c:pt idx="0">
                  <c:v>60609.02337</c:v>
                </c:pt>
                <c:pt idx="1">
                  <c:v>82037.62844</c:v>
                </c:pt>
                <c:pt idx="2">
                  <c:v>109943.2141</c:v>
                </c:pt>
                <c:pt idx="3">
                  <c:v>123003.0206</c:v>
                </c:pt>
                <c:pt idx="4">
                  <c:v>140640.6305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{59211.12508,85872.20926,109928.0912,125575.3057,138840.5807}</c:f>
              <c:numCache>
                <c:formatCode>General</c:formatCode>
                <c:ptCount val="5"/>
                <c:pt idx="0">
                  <c:v>59211.12508</c:v>
                </c:pt>
                <c:pt idx="1">
                  <c:v>85872.20926</c:v>
                </c:pt>
                <c:pt idx="2">
                  <c:v>109928.0912</c:v>
                </c:pt>
                <c:pt idx="3">
                  <c:v>125575.3057</c:v>
                </c:pt>
                <c:pt idx="4">
                  <c:v>138840.5807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{27205.80534,27233.14912,27761.97867,27664.83911,27862.53285}</c:f>
              <c:numCache>
                <c:formatCode>General</c:formatCode>
                <c:ptCount val="5"/>
                <c:pt idx="0">
                  <c:v>27205.80534</c:v>
                </c:pt>
                <c:pt idx="1">
                  <c:v>27233.14912</c:v>
                </c:pt>
                <c:pt idx="2">
                  <c:v>27761.97867</c:v>
                </c:pt>
                <c:pt idx="3">
                  <c:v>27664.83911</c:v>
                </c:pt>
                <c:pt idx="4">
                  <c:v>27862.53285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Avg. tokens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aea71c70-2e8a-463f-9489-d70da6ab2f4a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{291.6443358,1889.904032,2400.281412,2766.45873}</c:f>
              <c:numCache>
                <c:formatCode>General</c:formatCode>
                <c:ptCount val="4"/>
                <c:pt idx="0">
                  <c:v>291.6443358</c:v>
                </c:pt>
                <c:pt idx="1">
                  <c:v>1889.904032</c:v>
                </c:pt>
                <c:pt idx="2">
                  <c:v>2400.281412</c:v>
                </c:pt>
                <c:pt idx="3">
                  <c:v>2766.45873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{283.1873652,1762.7213,2487.760238,2799.608747}</c:f>
              <c:numCache>
                <c:formatCode>General</c:formatCode>
                <c:ptCount val="4"/>
                <c:pt idx="0">
                  <c:v>283.1873652</c:v>
                </c:pt>
                <c:pt idx="1">
                  <c:v>1762.7213</c:v>
                </c:pt>
                <c:pt idx="2">
                  <c:v>2487.760238</c:v>
                </c:pt>
                <c:pt idx="3">
                  <c:v>2799.608747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{252.6812253,1746.515902,2357.843481,2584.28867}</c:f>
              <c:numCache>
                <c:formatCode>General</c:formatCode>
                <c:ptCount val="4"/>
                <c:pt idx="0">
                  <c:v>252.6812253</c:v>
                </c:pt>
                <c:pt idx="1">
                  <c:v>1746.515902</c:v>
                </c:pt>
                <c:pt idx="2">
                  <c:v>2357.843481</c:v>
                </c:pt>
                <c:pt idx="3">
                  <c:v>2584.28867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{233.1159137,1791.863189,2474.584744,2717.909984}</c:f>
              <c:numCache>
                <c:formatCode>General</c:formatCode>
                <c:ptCount val="4"/>
                <c:pt idx="0">
                  <c:v>233.1159137</c:v>
                </c:pt>
                <c:pt idx="1">
                  <c:v>1791.863189</c:v>
                </c:pt>
                <c:pt idx="2">
                  <c:v>2474.584744</c:v>
                </c:pt>
                <c:pt idx="3">
                  <c:v>2717.909984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{290.3697009,1821.823862,2493.580829,2740.687647}</c:f>
              <c:numCache>
                <c:formatCode>General</c:formatCode>
                <c:ptCount val="4"/>
                <c:pt idx="0">
                  <c:v>290.3697009</c:v>
                </c:pt>
                <c:pt idx="1">
                  <c:v>1821.823862</c:v>
                </c:pt>
                <c:pt idx="2">
                  <c:v>2493.580829</c:v>
                </c:pt>
                <c:pt idx="3">
                  <c:v>2740.687647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{222.6465722,1555.464615,2313.37488,2633.593797}</c:f>
              <c:numCache>
                <c:formatCode>General</c:formatCode>
                <c:ptCount val="4"/>
                <c:pt idx="0">
                  <c:v>222.6465722</c:v>
                </c:pt>
                <c:pt idx="1">
                  <c:v>1555.464615</c:v>
                </c:pt>
                <c:pt idx="2">
                  <c:v>2313.37488</c:v>
                </c:pt>
                <c:pt idx="3">
                  <c:v>2633.593797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{286.6415245,1912.163934,2607.47233,2813.415988}</c:f>
              <c:numCache>
                <c:formatCode>General</c:formatCode>
                <c:ptCount val="4"/>
                <c:pt idx="0">
                  <c:v>286.6415245</c:v>
                </c:pt>
                <c:pt idx="1">
                  <c:v>1912.163934</c:v>
                </c:pt>
                <c:pt idx="2">
                  <c:v>2607.47233</c:v>
                </c:pt>
                <c:pt idx="3">
                  <c:v>2813.415988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{278.7532602,1914.257582,2549.945433,2738.654934}</c:f>
              <c:numCache>
                <c:formatCode>General</c:formatCode>
                <c:ptCount val="4"/>
                <c:pt idx="0">
                  <c:v>278.7532602</c:v>
                </c:pt>
                <c:pt idx="1">
                  <c:v>1914.257582</c:v>
                </c:pt>
                <c:pt idx="2">
                  <c:v>2549.945433</c:v>
                </c:pt>
                <c:pt idx="3">
                  <c:v>2738.654934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{187.1494874,535.2205835,600.733787,1268.481982}</c:f>
              <c:numCache>
                <c:formatCode>General</c:formatCode>
                <c:ptCount val="4"/>
                <c:pt idx="0">
                  <c:v>187.1494874</c:v>
                </c:pt>
                <c:pt idx="1">
                  <c:v>535.2205835</c:v>
                </c:pt>
                <c:pt idx="2">
                  <c:v>600.733787</c:v>
                </c:pt>
                <c:pt idx="3">
                  <c:v>1268.481982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Tail percentile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Latency (ms)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f53bcf6-c400-4e37-9962-45bc3827ddaf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{76.57736075,148.4601919,212.7160696,276.435519,330.8917677}</c:f>
              <c:numCache>
                <c:formatCode>General</c:formatCode>
                <c:ptCount val="5"/>
                <c:pt idx="0">
                  <c:v>76.57736075</c:v>
                </c:pt>
                <c:pt idx="1">
                  <c:v>148.4601919</c:v>
                </c:pt>
                <c:pt idx="2">
                  <c:v>212.7160696</c:v>
                </c:pt>
                <c:pt idx="3">
                  <c:v>276.435519</c:v>
                </c:pt>
                <c:pt idx="4">
                  <c:v>330.8917677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{76.09075637,146.767216,207.8570501,266.7830829,320.2083251}</c:f>
              <c:numCache>
                <c:formatCode>General</c:formatCode>
                <c:ptCount val="5"/>
                <c:pt idx="0">
                  <c:v>76.09075637</c:v>
                </c:pt>
                <c:pt idx="1">
                  <c:v>146.767216</c:v>
                </c:pt>
                <c:pt idx="2">
                  <c:v>207.8570501</c:v>
                </c:pt>
                <c:pt idx="3">
                  <c:v>266.7830829</c:v>
                </c:pt>
                <c:pt idx="4">
                  <c:v>320.2083251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{75.85386065,146.3133557,209.4301569,268.4291021,321.9782909}</c:f>
              <c:numCache>
                <c:formatCode>General</c:formatCode>
                <c:ptCount val="5"/>
                <c:pt idx="0">
                  <c:v>75.85386065</c:v>
                </c:pt>
                <c:pt idx="1">
                  <c:v>146.3133557</c:v>
                </c:pt>
                <c:pt idx="2">
                  <c:v>209.4301569</c:v>
                </c:pt>
                <c:pt idx="3">
                  <c:v>268.4291021</c:v>
                </c:pt>
                <c:pt idx="4">
                  <c:v>321.9782909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{76.0221923,147.3182386,212.9194642,272.4676996,334.1998368}</c:f>
              <c:numCache>
                <c:formatCode>General</c:formatCode>
                <c:ptCount val="5"/>
                <c:pt idx="0">
                  <c:v>76.0221923</c:v>
                </c:pt>
                <c:pt idx="1">
                  <c:v>147.3182386</c:v>
                </c:pt>
                <c:pt idx="2">
                  <c:v>212.9194642</c:v>
                </c:pt>
                <c:pt idx="3">
                  <c:v>272.4676996</c:v>
                </c:pt>
                <c:pt idx="4">
                  <c:v>334.1998368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{75.7255845,146.0802476,212.1571011,272.6991416,327.9036543}</c:f>
              <c:numCache>
                <c:formatCode>General</c:formatCode>
                <c:ptCount val="5"/>
                <c:pt idx="0">
                  <c:v>75.7255845</c:v>
                </c:pt>
                <c:pt idx="1">
                  <c:v>146.0802476</c:v>
                </c:pt>
                <c:pt idx="2">
                  <c:v>212.1571011</c:v>
                </c:pt>
                <c:pt idx="3">
                  <c:v>272.6991416</c:v>
                </c:pt>
                <c:pt idx="4">
                  <c:v>327.9036543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{75.79450525,146.5839195,213.8876637,267.3540763,329.8914447}</c:f>
              <c:numCache>
                <c:formatCode>General</c:formatCode>
                <c:ptCount val="5"/>
                <c:pt idx="0">
                  <c:v>75.79450525</c:v>
                </c:pt>
                <c:pt idx="1">
                  <c:v>146.5839195</c:v>
                </c:pt>
                <c:pt idx="2">
                  <c:v>213.8876637</c:v>
                </c:pt>
                <c:pt idx="3">
                  <c:v>267.3540763</c:v>
                </c:pt>
                <c:pt idx="4">
                  <c:v>329.8914447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{75.8553919,146.6143958,211.9408218,270.2062939,326.1095004}</c:f>
              <c:numCache>
                <c:formatCode>General</c:formatCode>
                <c:ptCount val="5"/>
                <c:pt idx="0">
                  <c:v>75.8553919</c:v>
                </c:pt>
                <c:pt idx="1">
                  <c:v>146.6143958</c:v>
                </c:pt>
                <c:pt idx="2">
                  <c:v>211.9408218</c:v>
                </c:pt>
                <c:pt idx="3">
                  <c:v>270.2062939</c:v>
                </c:pt>
                <c:pt idx="4">
                  <c:v>326.1095004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{76.25656467,147.1968783,211.7957642,271.4205223,330.1859626}</c:f>
              <c:numCache>
                <c:formatCode>General</c:formatCode>
                <c:ptCount val="5"/>
                <c:pt idx="0">
                  <c:v>76.25656467</c:v>
                </c:pt>
                <c:pt idx="1">
                  <c:v>147.1968783</c:v>
                </c:pt>
                <c:pt idx="2">
                  <c:v>211.7957642</c:v>
                </c:pt>
                <c:pt idx="3">
                  <c:v>271.4205223</c:v>
                </c:pt>
                <c:pt idx="4">
                  <c:v>330.1859626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{77.21001445,152.9161283,223.5476862,288.4256461,325.4539774}</c:f>
              <c:numCache>
                <c:formatCode>General</c:formatCode>
                <c:ptCount val="5"/>
                <c:pt idx="0">
                  <c:v>77.21001445</c:v>
                </c:pt>
                <c:pt idx="1">
                  <c:v>152.9161283</c:v>
                </c:pt>
                <c:pt idx="2">
                  <c:v>223.5476862</c:v>
                </c:pt>
                <c:pt idx="3">
                  <c:v>288.4256461</c:v>
                </c:pt>
                <c:pt idx="4">
                  <c:v>325.4539774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b94d3de-6aa3-46b5-8d98-601c08e7c5f1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{76.57736075,148.4601919,212.7160696,276.435519,330.8917677}</c:f>
              <c:numCache>
                <c:formatCode>General</c:formatCode>
                <c:ptCount val="5"/>
                <c:pt idx="0">
                  <c:v>76.57736075</c:v>
                </c:pt>
                <c:pt idx="1">
                  <c:v>148.4601919</c:v>
                </c:pt>
                <c:pt idx="2">
                  <c:v>212.7160696</c:v>
                </c:pt>
                <c:pt idx="3">
                  <c:v>276.435519</c:v>
                </c:pt>
                <c:pt idx="4">
                  <c:v>330.8917677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{76.09075637,146.767216,207.8570501,266.7830829,320.2083251}</c:f>
              <c:numCache>
                <c:formatCode>General</c:formatCode>
                <c:ptCount val="5"/>
                <c:pt idx="0">
                  <c:v>76.09075637</c:v>
                </c:pt>
                <c:pt idx="1">
                  <c:v>146.767216</c:v>
                </c:pt>
                <c:pt idx="2">
                  <c:v>207.8570501</c:v>
                </c:pt>
                <c:pt idx="3">
                  <c:v>266.7830829</c:v>
                </c:pt>
                <c:pt idx="4">
                  <c:v>320.2083251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{75.85386065,146.3133557,209.4301569,268.4291021,321.9782909}</c:f>
              <c:numCache>
                <c:formatCode>General</c:formatCode>
                <c:ptCount val="5"/>
                <c:pt idx="0">
                  <c:v>75.85386065</c:v>
                </c:pt>
                <c:pt idx="1">
                  <c:v>146.3133557</c:v>
                </c:pt>
                <c:pt idx="2">
                  <c:v>209.4301569</c:v>
                </c:pt>
                <c:pt idx="3">
                  <c:v>268.4291021</c:v>
                </c:pt>
                <c:pt idx="4">
                  <c:v>321.9782909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{76.0221923,147.3182386,212.9194642,272.4676996,334.1998368}</c:f>
              <c:numCache>
                <c:formatCode>General</c:formatCode>
                <c:ptCount val="5"/>
                <c:pt idx="0">
                  <c:v>76.0221923</c:v>
                </c:pt>
                <c:pt idx="1">
                  <c:v>147.3182386</c:v>
                </c:pt>
                <c:pt idx="2">
                  <c:v>212.9194642</c:v>
                </c:pt>
                <c:pt idx="3">
                  <c:v>272.4676996</c:v>
                </c:pt>
                <c:pt idx="4">
                  <c:v>334.1998368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{75.7255845,146.0802476,212.1571011,272.6991416,327.9036543}</c:f>
              <c:numCache>
                <c:formatCode>General</c:formatCode>
                <c:ptCount val="5"/>
                <c:pt idx="0">
                  <c:v>75.7255845</c:v>
                </c:pt>
                <c:pt idx="1">
                  <c:v>146.0802476</c:v>
                </c:pt>
                <c:pt idx="2">
                  <c:v>212.1571011</c:v>
                </c:pt>
                <c:pt idx="3">
                  <c:v>272.6991416</c:v>
                </c:pt>
                <c:pt idx="4">
                  <c:v>327.9036543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{75.79450525,146.5839195,213.8876637,267.3540763,329.8914447}</c:f>
              <c:numCache>
                <c:formatCode>General</c:formatCode>
                <c:ptCount val="5"/>
                <c:pt idx="0">
                  <c:v>75.79450525</c:v>
                </c:pt>
                <c:pt idx="1">
                  <c:v>146.5839195</c:v>
                </c:pt>
                <c:pt idx="2">
                  <c:v>213.8876637</c:v>
                </c:pt>
                <c:pt idx="3">
                  <c:v>267.3540763</c:v>
                </c:pt>
                <c:pt idx="4">
                  <c:v>329.8914447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{75.8553919,146.6143958,211.9408218,270.2062939,326.1095004}</c:f>
              <c:numCache>
                <c:formatCode>General</c:formatCode>
                <c:ptCount val="5"/>
                <c:pt idx="0">
                  <c:v>75.8553919</c:v>
                </c:pt>
                <c:pt idx="1">
                  <c:v>146.6143958</c:v>
                </c:pt>
                <c:pt idx="2">
                  <c:v>211.9408218</c:v>
                </c:pt>
                <c:pt idx="3">
                  <c:v>270.2062939</c:v>
                </c:pt>
                <c:pt idx="4">
                  <c:v>326.1095004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{76.25656467,147.1968783,211.7957642,271.4205223,330.1859626}</c:f>
              <c:numCache>
                <c:formatCode>General</c:formatCode>
                <c:ptCount val="5"/>
                <c:pt idx="0">
                  <c:v>76.25656467</c:v>
                </c:pt>
                <c:pt idx="1">
                  <c:v>147.1968783</c:v>
                </c:pt>
                <c:pt idx="2">
                  <c:v>211.7957642</c:v>
                </c:pt>
                <c:pt idx="3">
                  <c:v>271.4205223</c:v>
                </c:pt>
                <c:pt idx="4">
                  <c:v>330.1859626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{77.21001445,152.9161283,223.5476862,288.4256461,325.4539774}</c:f>
              <c:numCache>
                <c:formatCode>General</c:formatCode>
                <c:ptCount val="5"/>
                <c:pt idx="0">
                  <c:v>77.21001445</c:v>
                </c:pt>
                <c:pt idx="1">
                  <c:v>152.9161283</c:v>
                </c:pt>
                <c:pt idx="2">
                  <c:v>223.5476862</c:v>
                </c:pt>
                <c:pt idx="3">
                  <c:v>288.4256461</c:v>
                </c:pt>
                <c:pt idx="4">
                  <c:v>325.4539774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9cf5f340-a47f-4f3b-808d-10b6bf6d3714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{5.096738878,6.36749032,7.269231169,7.934770002,8.55000506}</c:f>
              <c:numCache>
                <c:formatCode>General</c:formatCode>
                <c:ptCount val="5"/>
                <c:pt idx="0">
                  <c:v>5.096738878</c:v>
                </c:pt>
                <c:pt idx="1">
                  <c:v>6.36749032</c:v>
                </c:pt>
                <c:pt idx="2">
                  <c:v>7.269231169</c:v>
                </c:pt>
                <c:pt idx="3">
                  <c:v>7.934770002</c:v>
                </c:pt>
                <c:pt idx="4">
                  <c:v>8.55000506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{4.579994782,5.277041008,5.612222665,5.778407953,6.021295665}</c:f>
              <c:numCache>
                <c:formatCode>General</c:formatCode>
                <c:ptCount val="5"/>
                <c:pt idx="0">
                  <c:v>4.579994782</c:v>
                </c:pt>
                <c:pt idx="1">
                  <c:v>5.277041008</c:v>
                </c:pt>
                <c:pt idx="2">
                  <c:v>5.612222665</c:v>
                </c:pt>
                <c:pt idx="3">
                  <c:v>5.778407953</c:v>
                </c:pt>
                <c:pt idx="4">
                  <c:v>6.021295665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{4.520285393,5.269864924,5.868766496,5.660921641,5.813922861}</c:f>
              <c:numCache>
                <c:formatCode>General</c:formatCode>
                <c:ptCount val="5"/>
                <c:pt idx="0">
                  <c:v>4.520285393</c:v>
                </c:pt>
                <c:pt idx="1">
                  <c:v>5.269864924</c:v>
                </c:pt>
                <c:pt idx="2">
                  <c:v>5.868766496</c:v>
                </c:pt>
                <c:pt idx="3">
                  <c:v>5.660921641</c:v>
                </c:pt>
                <c:pt idx="4">
                  <c:v>5.813922861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{5.000977996,6.651401806,7.096068748,7.909749966,8.54252881}</c:f>
              <c:numCache>
                <c:formatCode>General</c:formatCode>
                <c:ptCount val="5"/>
                <c:pt idx="0">
                  <c:v>5.000977996</c:v>
                </c:pt>
                <c:pt idx="1">
                  <c:v>6.651401806</c:v>
                </c:pt>
                <c:pt idx="2">
                  <c:v>7.096068748</c:v>
                </c:pt>
                <c:pt idx="3">
                  <c:v>7.909749966</c:v>
                </c:pt>
                <c:pt idx="4">
                  <c:v>8.54252881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{5.022273885,6.386264722,7.289095314,8.101429845,8.393323798}</c:f>
              <c:numCache>
                <c:formatCode>General</c:formatCode>
                <c:ptCount val="5"/>
                <c:pt idx="0">
                  <c:v>5.022273885</c:v>
                </c:pt>
                <c:pt idx="1">
                  <c:v>6.386264722</c:v>
                </c:pt>
                <c:pt idx="2">
                  <c:v>7.289095314</c:v>
                </c:pt>
                <c:pt idx="3">
                  <c:v>8.101429845</c:v>
                </c:pt>
                <c:pt idx="4">
                  <c:v>8.393323798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{5.108907048,6.225322722,7.204690614,7.815462846,8.474065908}</c:f>
              <c:numCache>
                <c:formatCode>General</c:formatCode>
                <c:ptCount val="5"/>
                <c:pt idx="0">
                  <c:v>5.108907048</c:v>
                </c:pt>
                <c:pt idx="1">
                  <c:v>6.225322722</c:v>
                </c:pt>
                <c:pt idx="2">
                  <c:v>7.204690614</c:v>
                </c:pt>
                <c:pt idx="3">
                  <c:v>7.815462846</c:v>
                </c:pt>
                <c:pt idx="4">
                  <c:v>8.474065908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{3.031952199,1.943648263,1.391359574,1.129938134,0.893280171}</c:f>
              <c:numCache>
                <c:formatCode>General</c:formatCode>
                <c:ptCount val="5"/>
                <c:pt idx="0">
                  <c:v>3.031952199</c:v>
                </c:pt>
                <c:pt idx="1">
                  <c:v>1.943648263</c:v>
                </c:pt>
                <c:pt idx="2">
                  <c:v>1.391359574</c:v>
                </c:pt>
                <c:pt idx="3">
                  <c:v>1.129938134</c:v>
                </c:pt>
                <c:pt idx="4">
                  <c:v>0.893280171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{5.102589066,6.202815236,7.372671165,7.956776253,8.511786923}</c:f>
              <c:numCache>
                <c:formatCode>General</c:formatCode>
                <c:ptCount val="5"/>
                <c:pt idx="0">
                  <c:v>5.102589066</c:v>
                </c:pt>
                <c:pt idx="1">
                  <c:v>6.202815236</c:v>
                </c:pt>
                <c:pt idx="2">
                  <c:v>7.372671165</c:v>
                </c:pt>
                <c:pt idx="3">
                  <c:v>7.956776253</c:v>
                </c:pt>
                <c:pt idx="4">
                  <c:v>8.511786923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{47.94545071,72.573149,51.93933531,44.30297554,42.12321763}</c:f>
              <c:numCache>
                <c:formatCode>General</c:formatCode>
                <c:ptCount val="5"/>
                <c:pt idx="0">
                  <c:v>47.94545071</c:v>
                </c:pt>
                <c:pt idx="1">
                  <c:v>72.573149</c:v>
                </c:pt>
                <c:pt idx="2">
                  <c:v>51.93933531</c:v>
                </c:pt>
                <c:pt idx="3">
                  <c:v>44.30297554</c:v>
                </c:pt>
                <c:pt idx="4">
                  <c:v>42.12321763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486f463f-0baa-4434-8ea3-a90599e78f43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{5.096738878,6.36749032,7.269231169,7.934770002,8.55000506}</c:f>
              <c:numCache>
                <c:formatCode>General</c:formatCode>
                <c:ptCount val="5"/>
                <c:pt idx="0">
                  <c:v>5.096738878</c:v>
                </c:pt>
                <c:pt idx="1">
                  <c:v>6.36749032</c:v>
                </c:pt>
                <c:pt idx="2">
                  <c:v>7.269231169</c:v>
                </c:pt>
                <c:pt idx="3">
                  <c:v>7.934770002</c:v>
                </c:pt>
                <c:pt idx="4">
                  <c:v>8.55000506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{4.579994782,5.277041008,5.612222665,5.778407953,6.021295665}</c:f>
              <c:numCache>
                <c:formatCode>General</c:formatCode>
                <c:ptCount val="5"/>
                <c:pt idx="0">
                  <c:v>4.579994782</c:v>
                </c:pt>
                <c:pt idx="1">
                  <c:v>5.277041008</c:v>
                </c:pt>
                <c:pt idx="2">
                  <c:v>5.612222665</c:v>
                </c:pt>
                <c:pt idx="3">
                  <c:v>5.778407953</c:v>
                </c:pt>
                <c:pt idx="4">
                  <c:v>6.021295665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{4.520285393,5.269864924,5.868766496,5.660921641,5.813922861}</c:f>
              <c:numCache>
                <c:formatCode>General</c:formatCode>
                <c:ptCount val="5"/>
                <c:pt idx="0">
                  <c:v>4.520285393</c:v>
                </c:pt>
                <c:pt idx="1">
                  <c:v>5.269864924</c:v>
                </c:pt>
                <c:pt idx="2">
                  <c:v>5.868766496</c:v>
                </c:pt>
                <c:pt idx="3">
                  <c:v>5.660921641</c:v>
                </c:pt>
                <c:pt idx="4">
                  <c:v>5.813922861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{5.000977996,6.651401806,7.096068748,7.909749966,8.54252881}</c:f>
              <c:numCache>
                <c:formatCode>General</c:formatCode>
                <c:ptCount val="5"/>
                <c:pt idx="0">
                  <c:v>5.000977996</c:v>
                </c:pt>
                <c:pt idx="1">
                  <c:v>6.651401806</c:v>
                </c:pt>
                <c:pt idx="2">
                  <c:v>7.096068748</c:v>
                </c:pt>
                <c:pt idx="3">
                  <c:v>7.909749966</c:v>
                </c:pt>
                <c:pt idx="4">
                  <c:v>8.54252881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{5.022273885,6.386264722,7.289095314,8.101429845,8.393323798}</c:f>
              <c:numCache>
                <c:formatCode>General</c:formatCode>
                <c:ptCount val="5"/>
                <c:pt idx="0">
                  <c:v>5.022273885</c:v>
                </c:pt>
                <c:pt idx="1">
                  <c:v>6.386264722</c:v>
                </c:pt>
                <c:pt idx="2">
                  <c:v>7.289095314</c:v>
                </c:pt>
                <c:pt idx="3">
                  <c:v>8.101429845</c:v>
                </c:pt>
                <c:pt idx="4">
                  <c:v>8.393323798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{5.108907048,6.225322722,7.204690614,7.815462846,8.474065908}</c:f>
              <c:numCache>
                <c:formatCode>General</c:formatCode>
                <c:ptCount val="5"/>
                <c:pt idx="0">
                  <c:v>5.108907048</c:v>
                </c:pt>
                <c:pt idx="1">
                  <c:v>6.225322722</c:v>
                </c:pt>
                <c:pt idx="2">
                  <c:v>7.204690614</c:v>
                </c:pt>
                <c:pt idx="3">
                  <c:v>7.815462846</c:v>
                </c:pt>
                <c:pt idx="4">
                  <c:v>8.474065908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{3.031952199,1.943648263,1.391359574,1.129938134,0.893280171}</c:f>
              <c:numCache>
                <c:formatCode>General</c:formatCode>
                <c:ptCount val="5"/>
                <c:pt idx="0">
                  <c:v>3.031952199</c:v>
                </c:pt>
                <c:pt idx="1">
                  <c:v>1.943648263</c:v>
                </c:pt>
                <c:pt idx="2">
                  <c:v>1.391359574</c:v>
                </c:pt>
                <c:pt idx="3">
                  <c:v>1.129938134</c:v>
                </c:pt>
                <c:pt idx="4">
                  <c:v>0.893280171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{5.102589066,6.202815236,7.372671165,7.956776253,8.511786923}</c:f>
              <c:numCache>
                <c:formatCode>General</c:formatCode>
                <c:ptCount val="5"/>
                <c:pt idx="0">
                  <c:v>5.102589066</c:v>
                </c:pt>
                <c:pt idx="1">
                  <c:v>6.202815236</c:v>
                </c:pt>
                <c:pt idx="2">
                  <c:v>7.372671165</c:v>
                </c:pt>
                <c:pt idx="3">
                  <c:v>7.956776253</c:v>
                </c:pt>
                <c:pt idx="4">
                  <c:v>8.511786923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{47.94545071,72.573149,51.93933531,44.30297554,42.12321763}</c:f>
              <c:numCache>
                <c:formatCode>General</c:formatCode>
                <c:ptCount val="5"/>
                <c:pt idx="0">
                  <c:v>47.94545071</c:v>
                </c:pt>
                <c:pt idx="1">
                  <c:v>72.573149</c:v>
                </c:pt>
                <c:pt idx="2">
                  <c:v>51.93933531</c:v>
                </c:pt>
                <c:pt idx="3">
                  <c:v>44.30297554</c:v>
                </c:pt>
                <c:pt idx="4">
                  <c:v>42.12321763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3169764-3b1e-439f-9ac3-76ede7fc698d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8.xml"/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12.xml"/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chart" Target="../charts/chart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16.xml"/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chart" Target="../charts/chart1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8.xml"/><Relationship Id="rId1" Type="http://schemas.openxmlformats.org/officeDocument/2006/relationships/chart" Target="../charts/chart1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0.xml"/><Relationship Id="rId1" Type="http://schemas.openxmlformats.org/officeDocument/2006/relationships/chart" Target="../charts/char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5" name="Chart"/>
          <p:cNvGraphicFramePr/>
          <p:nvPr/>
        </p:nvGraphicFramePr>
        <p:xfrm>
          <a:off x="3810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="47625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3810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(a) Agent transaction throughput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(b) Transaction throughput</a:t>
            </a:r>
            <a:endParaRPr sz="1200" b="0">
              <a:solidFill>
                <a:srgbClr val="000000"/>
              </a:solidFill>
            </a:endParaRPr>
          </a:p>
        </p:txBody>
      </p:sp>
      <p:graphicFrame>
        <p:nvGraphicFramePr>
          <p:cNvPr id="69" name="Chart"/>
          <p:cNvGraphicFramePr/>
          <p:nvPr/>
        </p:nvGraphicFramePr>
        <p:xfrm>
          <a:off x="3810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Chart"/>
          <p:cNvGraphicFramePr/>
          <p:nvPr/>
        </p:nvGraphicFramePr>
        <p:xfrm>
          <a:off x="47625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panel-c"/>
          <p:cNvSpPr>
            <a:spLocks noGrp="1"/>
          </p:cNvSpPr>
          <p:nvPr/>
        </p:nvSpPr>
        <p:spPr>
          <a:xfrm>
            <a:off x="3048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(c) Estimated tokens per agent transaction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5" name="panel-d"/>
          <p:cNvSpPr>
            <a:spLocks noGrp="1"/>
          </p:cNvSpPr>
          <p:nvPr/>
        </p:nvSpPr>
        <p:spPr>
          <a:xfrm>
            <a:off x="46863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(d) Latency distribution at 40 clients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6" name="figure-caption"/>
          <p:cNvSpPr>
            <a:spLocks noGrp="1"/>
          </p:cNvSpPr>
          <p:nvPr/>
        </p:nvSpPr>
        <p:spPr>
          <a:xfrm>
            <a:off x="381000" y="59817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(YCSB Low-Contention).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7" name="method-note"/>
          <p:cNvSpPr>
            <a:spLocks noGrp="1"/>
          </p:cNvSpPr>
          <p:nvPr/>
        </p:nvSpPr>
        <p:spPr>
          <a:xfrm>
            <a:off x="381000" y="634365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5" name="Chart"/>
          <p:cNvGraphicFramePr/>
          <p:nvPr/>
        </p:nvGraphicFramePr>
        <p:xfrm>
          <a:off x="3810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="47625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3810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(a) Agent transaction throughput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(b) Transaction throughput</a:t>
            </a:r>
            <a:endParaRPr sz="1200" b="0">
              <a:solidFill>
                <a:srgbClr val="000000"/>
              </a:solidFill>
            </a:endParaRPr>
          </a:p>
        </p:txBody>
      </p:sp>
      <p:graphicFrame>
        <p:nvGraphicFramePr>
          <p:cNvPr id="69" name="Chart"/>
          <p:cNvGraphicFramePr/>
          <p:nvPr/>
        </p:nvGraphicFramePr>
        <p:xfrm>
          <a:off x="3810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Chart"/>
          <p:cNvGraphicFramePr/>
          <p:nvPr/>
        </p:nvGraphicFramePr>
        <p:xfrm>
          <a:off x="47625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panel-c"/>
          <p:cNvSpPr>
            <a:spLocks noGrp="1"/>
          </p:cNvSpPr>
          <p:nvPr/>
        </p:nvSpPr>
        <p:spPr>
          <a:xfrm>
            <a:off x="3048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(c) Estimated tokens per agent transaction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5" name="panel-d"/>
          <p:cNvSpPr>
            <a:spLocks noGrp="1"/>
          </p:cNvSpPr>
          <p:nvPr/>
        </p:nvSpPr>
        <p:spPr>
          <a:xfrm>
            <a:off x="46863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(d) Latency distribution at 40 clients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6" name="figure-caption"/>
          <p:cNvSpPr>
            <a:spLocks noGrp="1"/>
          </p:cNvSpPr>
          <p:nvPr/>
        </p:nvSpPr>
        <p:spPr>
          <a:xfrm>
            <a:off x="381000" y="59817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(YCSB Medium-Contention, Zipfian = 0.7).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7" name="method-note"/>
          <p:cNvSpPr>
            <a:spLocks noGrp="1"/>
          </p:cNvSpPr>
          <p:nvPr/>
        </p:nvSpPr>
        <p:spPr>
          <a:xfrm>
            <a:off x="381000" y="634365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5" name="Chart"/>
          <p:cNvGraphicFramePr/>
          <p:nvPr/>
        </p:nvGraphicFramePr>
        <p:xfrm>
          <a:off x="3810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="47625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3810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(a) Agent transaction throughput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(b) Transaction throughput</a:t>
            </a:r>
            <a:endParaRPr sz="1200" b="0">
              <a:solidFill>
                <a:srgbClr val="000000"/>
              </a:solidFill>
            </a:endParaRPr>
          </a:p>
        </p:txBody>
      </p:sp>
      <p:graphicFrame>
        <p:nvGraphicFramePr>
          <p:cNvPr id="69" name="Chart"/>
          <p:cNvGraphicFramePr/>
          <p:nvPr/>
        </p:nvGraphicFramePr>
        <p:xfrm>
          <a:off x="3810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Chart"/>
          <p:cNvGraphicFramePr/>
          <p:nvPr/>
        </p:nvGraphicFramePr>
        <p:xfrm>
          <a:off x="47625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panel-c"/>
          <p:cNvSpPr>
            <a:spLocks noGrp="1"/>
          </p:cNvSpPr>
          <p:nvPr/>
        </p:nvSpPr>
        <p:spPr>
          <a:xfrm>
            <a:off x="3048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(c) Estimated tokens per agent transaction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5" name="panel-d"/>
          <p:cNvSpPr>
            <a:spLocks noGrp="1"/>
          </p:cNvSpPr>
          <p:nvPr/>
        </p:nvSpPr>
        <p:spPr>
          <a:xfrm>
            <a:off x="46863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(d) Latency distribution at 40 clients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6" name="figure-caption"/>
          <p:cNvSpPr>
            <a:spLocks noGrp="1"/>
          </p:cNvSpPr>
          <p:nvPr/>
        </p:nvSpPr>
        <p:spPr>
          <a:xfrm>
            <a:off x="381000" y="59817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(YCSB Medium-Contention, Zipfian = 0.8).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7" name="method-note"/>
          <p:cNvSpPr>
            <a:spLocks noGrp="1"/>
          </p:cNvSpPr>
          <p:nvPr/>
        </p:nvSpPr>
        <p:spPr>
          <a:xfrm>
            <a:off x="381000" y="634365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5" name="Chart"/>
          <p:cNvGraphicFramePr/>
          <p:nvPr/>
        </p:nvGraphicFramePr>
        <p:xfrm>
          <a:off x="3810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="47625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3810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(a) Agent transaction throughput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(b) Transaction throughput</a:t>
            </a:r>
            <a:endParaRPr sz="1200" b="0">
              <a:solidFill>
                <a:srgbClr val="000000"/>
              </a:solidFill>
            </a:endParaRPr>
          </a:p>
        </p:txBody>
      </p:sp>
      <p:graphicFrame>
        <p:nvGraphicFramePr>
          <p:cNvPr id="69" name="Chart"/>
          <p:cNvGraphicFramePr/>
          <p:nvPr/>
        </p:nvGraphicFramePr>
        <p:xfrm>
          <a:off x="3810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Chart"/>
          <p:cNvGraphicFramePr/>
          <p:nvPr/>
        </p:nvGraphicFramePr>
        <p:xfrm>
          <a:off x="47625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panel-c"/>
          <p:cNvSpPr>
            <a:spLocks noGrp="1"/>
          </p:cNvSpPr>
          <p:nvPr/>
        </p:nvSpPr>
        <p:spPr>
          <a:xfrm>
            <a:off x="3048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(c) Estimated tokens per agent transaction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5" name="panel-d"/>
          <p:cNvSpPr>
            <a:spLocks noGrp="1"/>
          </p:cNvSpPr>
          <p:nvPr/>
        </p:nvSpPr>
        <p:spPr>
          <a:xfrm>
            <a:off x="46863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(d) Latency distribution at 40 clients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6" name="figure-caption"/>
          <p:cNvSpPr>
            <a:spLocks noGrp="1"/>
          </p:cNvSpPr>
          <p:nvPr/>
        </p:nvSpPr>
        <p:spPr>
          <a:xfrm>
            <a:off x="381000" y="59817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(YCSB High-Contention, Zipfian = 0.99).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7" name="method-note"/>
          <p:cNvSpPr>
            <a:spLocks noGrp="1"/>
          </p:cNvSpPr>
          <p:nvPr/>
        </p:nvSpPr>
        <p:spPr>
          <a:xfrm>
            <a:off x="381000" y="634365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1" name="Chart"/>
          <p:cNvGraphicFramePr/>
          <p:nvPr/>
        </p:nvGraphicFramePr>
        <p:xfrm>
          <a:off x="523875" y="1095375"/>
          <a:ext cx="38100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2" name="Chart"/>
          <p:cNvGraphicFramePr/>
          <p:nvPr/>
        </p:nvGraphicFramePr>
        <p:xfrm>
          <a:off x="4810125" y="1095375"/>
          <a:ext cx="38100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476250" y="45339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(a) Agent transaction throughput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45339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(b) Transaction throughput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32" name="figure-caption"/>
          <p:cNvSpPr>
            <a:spLocks noGrp="1"/>
          </p:cNvSpPr>
          <p:nvPr/>
        </p:nvSpPr>
        <p:spPr>
          <a:xfrm>
            <a:off x="381000" y="5286375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(TPC-C with 100 warehouses).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3" name="method-note"/>
          <p:cNvSpPr>
            <a:spLocks noGrp="1"/>
          </p:cNvSpPr>
          <p:nvPr/>
        </p:nvSpPr>
        <p:spPr>
          <a:xfrm>
            <a:off x="381000" y="5648325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1" name="Chart"/>
          <p:cNvGraphicFramePr/>
          <p:nvPr/>
        </p:nvGraphicFramePr>
        <p:xfrm>
          <a:off x="523875" y="1095375"/>
          <a:ext cx="38100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2" name="Chart"/>
          <p:cNvGraphicFramePr/>
          <p:nvPr/>
        </p:nvGraphicFramePr>
        <p:xfrm>
          <a:off x="4810125" y="1095375"/>
          <a:ext cx="38100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476250" y="45339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(a) Agent transaction throughput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45339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(b) Transaction throughput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32" name="figure-caption"/>
          <p:cNvSpPr>
            <a:spLocks noGrp="1"/>
          </p:cNvSpPr>
          <p:nvPr/>
        </p:nvSpPr>
        <p:spPr>
          <a:xfrm>
            <a:off x="381000" y="5286375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(TPC-C with 1 warehouse).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3" name="method-note"/>
          <p:cNvSpPr>
            <a:spLocks noGrp="1"/>
          </p:cNvSpPr>
          <p:nvPr/>
        </p:nvSpPr>
        <p:spPr>
          <a:xfrm>
            <a:off x="381000" y="5648325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WPS 演示</Application>
  <PresentationFormat>Converted Presentation</PresentationFormat>
  <Paragraphs>172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DayDayChen</cp:lastModifiedBy>
  <cp:revision>1</cp:revision>
  <dcterms:created xsi:type="dcterms:W3CDTF">2026-07-13T03:18:00Z</dcterms:created>
  <dcterms:modified xsi:type="dcterms:W3CDTF">2026-07-13T03:18:00Z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0997486CBCBA46A8AC573A874F60F888_12</vt:lpwstr>
  </property>
  <property fmtid="{D5CDD505-2E9C-101B-9397-08002B2CF9AE}" pid="3" name="KSOProductBuildVer">
    <vt:lpwstr>2052-12.1.0.26895</vt:lpwstr>
  </property>
</Properties>
</file>