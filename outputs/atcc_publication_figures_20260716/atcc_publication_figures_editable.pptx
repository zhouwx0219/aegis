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3.xml" ContentType="application/vnd.openxmlformats-officedocument.drawingml.chart+xml"/>
  <Override PartName="/ppt/slides/charts/chart34.xml" ContentType="application/vnd.openxmlformats-officedocument.drawingml.chart+xml"/>
  <Override PartName="/ppt/slides/charts/chart35.xml" ContentType="application/vnd.openxmlformats-officedocument.drawingml.chart+xml"/>
  <Override PartName="/ppt/slides/charts/chart3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slides/charts/chart40.xml" ContentType="application/vnd.openxmlformats-officedocument.drawingml.chart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239ce7e6424d98" /><Relationship Type="http://schemas.openxmlformats.org/officeDocument/2006/relationships/extended-properties" Target="/docProps/app.xml" Id="R3d0f9b36e3af4322" /><Relationship Type="http://schemas.openxmlformats.org/officeDocument/2006/relationships/officeDocument" Target="/ppt/presentation.xml" Id="R104133f0d45e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359cc5e8f41b5"/>
  </p:sldMasterIdLst>
  <p:notesMasterIdLst>
    <p:notesMasterId xmlns:r="http://schemas.openxmlformats.org/officeDocument/2006/relationships" r:id="Rb475a01c2ce64ef7"/>
  </p:notesMasterIdLst>
  <p:sldIdLst>
    <p:sldId xmlns:r="http://schemas.openxmlformats.org/officeDocument/2006/relationships" id="256" r:id="Rd465786ed1eb4931"/>
    <p:sldId xmlns:r="http://schemas.openxmlformats.org/officeDocument/2006/relationships" id="257" r:id="Ra9690ce399454581"/>
    <p:sldId xmlns:r="http://schemas.openxmlformats.org/officeDocument/2006/relationships" id="258" r:id="R58a3d93c7953420b"/>
    <p:sldId xmlns:r="http://schemas.openxmlformats.org/officeDocument/2006/relationships" id="259" r:id="Re3afa5ae12944360"/>
    <p:sldId xmlns:r="http://schemas.openxmlformats.org/officeDocument/2006/relationships" id="260" r:id="Ref885d2b6c8d4ee4"/>
    <p:sldId xmlns:r="http://schemas.openxmlformats.org/officeDocument/2006/relationships" id="261" r:id="R851d599f2e574d36"/>
    <p:sldId xmlns:r="http://schemas.openxmlformats.org/officeDocument/2006/relationships" id="262" r:id="Ra7cd86a49a48432d"/>
    <p:sldId xmlns:r="http://schemas.openxmlformats.org/officeDocument/2006/relationships" id="263" r:id="R55aa40283acc4555"/>
    <p:sldId xmlns:r="http://schemas.openxmlformats.org/officeDocument/2006/relationships" id="264" r:id="Rb6289b14f0cf4860"/>
    <p:sldId xmlns:r="http://schemas.openxmlformats.org/officeDocument/2006/relationships" id="265" r:id="Rdbfed6895b6247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0058d207e4de8" /><Relationship Type="http://schemas.openxmlformats.org/officeDocument/2006/relationships/slideMaster" Target="/ppt/slideMasters/slideMaster1.xml" Id="Rb45359cc5e8f41b5" /><Relationship Type="http://schemas.openxmlformats.org/officeDocument/2006/relationships/notesMaster" Target="/ppt/notesMasters/notesMaster1.xml" Id="Rb475a01c2ce64ef7" /><Relationship Type="http://schemas.openxmlformats.org/officeDocument/2006/relationships/presProps" Target="/ppt/presProps.xml" Id="R940f92a3b198401c" /><Relationship Type="http://schemas.openxmlformats.org/officeDocument/2006/relationships/tableStyles" Target="/ppt/tableStyles.xml" Id="Ra6f8d5c9a5d14766" /><Relationship Type="http://schemas.openxmlformats.org/officeDocument/2006/relationships/slide" Target="/ppt/slides/slide1.xml" Id="Rd465786ed1eb4931" /><Relationship Type="http://schemas.openxmlformats.org/officeDocument/2006/relationships/slide" Target="/ppt/slides/slide2.xml" Id="Ra9690ce399454581" /><Relationship Type="http://schemas.openxmlformats.org/officeDocument/2006/relationships/slide" Target="/ppt/slides/slide3.xml" Id="R58a3d93c7953420b" /><Relationship Type="http://schemas.openxmlformats.org/officeDocument/2006/relationships/slide" Target="/ppt/slides/slide4.xml" Id="Re3afa5ae12944360" /><Relationship Type="http://schemas.openxmlformats.org/officeDocument/2006/relationships/slide" Target="/ppt/slides/slide5.xml" Id="Ref885d2b6c8d4ee4" /><Relationship Type="http://schemas.openxmlformats.org/officeDocument/2006/relationships/slide" Target="/ppt/slides/slide6.xml" Id="R851d599f2e574d36" /><Relationship Type="http://schemas.openxmlformats.org/officeDocument/2006/relationships/slide" Target="/ppt/slides/slide7.xml" Id="Ra7cd86a49a48432d" /><Relationship Type="http://schemas.openxmlformats.org/officeDocument/2006/relationships/slide" Target="/ppt/slides/slide8.xml" Id="R55aa40283acc4555" /><Relationship Type="http://schemas.openxmlformats.org/officeDocument/2006/relationships/slide" Target="/ppt/slides/slide9.xml" Id="Rb6289b14f0cf4860" /><Relationship Type="http://schemas.openxmlformats.org/officeDocument/2006/relationships/slide" Target="/ppt/slides/slide10.xml" Id="Rdbfed6895b62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11511292e41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92eb15ee04c3f" /><Relationship Type="http://schemas.openxmlformats.org/officeDocument/2006/relationships/notesMaster" Target="/ppt/notesMasters/notesMaster1.xml" Id="R467ff4c610a644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7606df2ba845e7" /><Relationship Type="http://schemas.openxmlformats.org/officeDocument/2006/relationships/notesMaster" Target="/ppt/notesMasters/notesMaster1.xml" Id="R466b1efb8c044c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a7b48536894727" /><Relationship Type="http://schemas.openxmlformats.org/officeDocument/2006/relationships/notesMaster" Target="/ppt/notesMasters/notesMaster1.xml" Id="Rb357e32c89ca43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222f6e46847d0" /><Relationship Type="http://schemas.openxmlformats.org/officeDocument/2006/relationships/notesMaster" Target="/ppt/notesMasters/notesMaster1.xml" Id="R774c9dfa95d840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ddcb3ea38f4f12" /><Relationship Type="http://schemas.openxmlformats.org/officeDocument/2006/relationships/notesMaster" Target="/ppt/notesMasters/notesMaster1.xml" Id="R58d7b574d9ed45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09d9b054954587" /><Relationship Type="http://schemas.openxmlformats.org/officeDocument/2006/relationships/notesMaster" Target="/ppt/notesMasters/notesMaster1.xml" Id="Rd9ad9e26b85c45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b95d5f86945f8" /><Relationship Type="http://schemas.openxmlformats.org/officeDocument/2006/relationships/notesMaster" Target="/ppt/notesMasters/notesMaster1.xml" Id="R850ebdb122f64d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bed8cd5bb449e" /><Relationship Type="http://schemas.openxmlformats.org/officeDocument/2006/relationships/notesMaster" Target="/ppt/notesMasters/notesMaster1.xml" Id="R3d9d50cd243047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ca9b98137345f8" /><Relationship Type="http://schemas.openxmlformats.org/officeDocument/2006/relationships/notesMaster" Target="/ppt/notesMasters/notesMaster1.xml" Id="Rb35df2c1165d49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4af2aa63fd472c" /><Relationship Type="http://schemas.openxmlformats.org/officeDocument/2006/relationships/notesMaster" Target="/ppt/notesMasters/notesMaster1.xml" Id="R983223cdd4a8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0a9f71728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4983f7cd104df4" /><Relationship Type="http://schemas.openxmlformats.org/officeDocument/2006/relationships/slideLayout" Target="/ppt/slideLayouts/slideLayout1.xml" Id="Rf4bdef453858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def453858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e21023cea44b8" /><Relationship Type="http://schemas.openxmlformats.org/officeDocument/2006/relationships/chart" Target="/ppt/slides/charts/chart1.xml" Id="Re12df8c69c0646a0" /><Relationship Type="http://schemas.openxmlformats.org/officeDocument/2006/relationships/chart" Target="/ppt/slides/charts/chart2.xml" Id="Rc1736ca1c2f04b9e" /><Relationship Type="http://schemas.openxmlformats.org/officeDocument/2006/relationships/chart" Target="/ppt/slides/charts/chart3.xml" Id="R996d524909db4cff" /><Relationship Type="http://schemas.openxmlformats.org/officeDocument/2006/relationships/chart" Target="/ppt/slides/charts/chart4.xml" Id="Rb6e3ae3a36104caf" /><Relationship Type="http://schemas.openxmlformats.org/officeDocument/2006/relationships/notesSlide" Target="/ppt/notesSlides/notesSlide1.xml" Id="Re05329ec32bd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dcd9907064f18" /><Relationship Type="http://schemas.openxmlformats.org/officeDocument/2006/relationships/chart" Target="/ppt/slides/charts/chart5.xml" Id="R564bab59be774c22" /><Relationship Type="http://schemas.openxmlformats.org/officeDocument/2006/relationships/chart" Target="/ppt/slides/charts/chart6.xml" Id="Rd42bda3331d349b5" /><Relationship Type="http://schemas.openxmlformats.org/officeDocument/2006/relationships/chart" Target="/ppt/slides/charts/chart7.xml" Id="R89b2ac9dd6f94932" /><Relationship Type="http://schemas.openxmlformats.org/officeDocument/2006/relationships/chart" Target="/ppt/slides/charts/chart8.xml" Id="Rff51ea8853f540d6" /><Relationship Type="http://schemas.openxmlformats.org/officeDocument/2006/relationships/notesSlide" Target="/ppt/notesSlides/notesSlide2.xml" Id="R8ddab7f0a9bc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1b470cdb34eec" /><Relationship Type="http://schemas.openxmlformats.org/officeDocument/2006/relationships/chart" Target="/ppt/slides/charts/chart9.xml" Id="Rc7350d4f59434ccc" /><Relationship Type="http://schemas.openxmlformats.org/officeDocument/2006/relationships/chart" Target="/ppt/slides/charts/chart10.xml" Id="R33708b841f9f4cc1" /><Relationship Type="http://schemas.openxmlformats.org/officeDocument/2006/relationships/chart" Target="/ppt/slides/charts/chart11.xml" Id="R04b29e95e43e490c" /><Relationship Type="http://schemas.openxmlformats.org/officeDocument/2006/relationships/chart" Target="/ppt/slides/charts/chart12.xml" Id="R5ba1133e83d04cb9" /><Relationship Type="http://schemas.openxmlformats.org/officeDocument/2006/relationships/notesSlide" Target="/ppt/notesSlides/notesSlide3.xml" Id="R2273b901f33846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762ea34fb496c" /><Relationship Type="http://schemas.openxmlformats.org/officeDocument/2006/relationships/chart" Target="/ppt/slides/charts/chart13.xml" Id="R65b466e259b749e9" /><Relationship Type="http://schemas.openxmlformats.org/officeDocument/2006/relationships/chart" Target="/ppt/slides/charts/chart14.xml" Id="Rdedd0891b84e4ed7" /><Relationship Type="http://schemas.openxmlformats.org/officeDocument/2006/relationships/chart" Target="/ppt/slides/charts/chart15.xml" Id="R19f559dfbd5c46dd" /><Relationship Type="http://schemas.openxmlformats.org/officeDocument/2006/relationships/chart" Target="/ppt/slides/charts/chart16.xml" Id="R98a6c23b2c5341e6" /><Relationship Type="http://schemas.openxmlformats.org/officeDocument/2006/relationships/notesSlide" Target="/ppt/notesSlides/notesSlide4.xml" Id="Rf6cad469ff96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bb5acfbc64c54" /><Relationship Type="http://schemas.openxmlformats.org/officeDocument/2006/relationships/chart" Target="/ppt/slides/charts/chart17.xml" Id="Rd54373a1fbdd4a15" /><Relationship Type="http://schemas.openxmlformats.org/officeDocument/2006/relationships/chart" Target="/ppt/slides/charts/chart18.xml" Id="Re7ec405ac1c04867" /><Relationship Type="http://schemas.openxmlformats.org/officeDocument/2006/relationships/chart" Target="/ppt/slides/charts/chart19.xml" Id="R07bf6a9e14834da7" /><Relationship Type="http://schemas.openxmlformats.org/officeDocument/2006/relationships/chart" Target="/ppt/slides/charts/chart20.xml" Id="Re33fc01dcaab4c88" /><Relationship Type="http://schemas.openxmlformats.org/officeDocument/2006/relationships/notesSlide" Target="/ppt/notesSlides/notesSlide5.xml" Id="R58b7fb843edd4f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49c9c4b0d4e86" /><Relationship Type="http://schemas.openxmlformats.org/officeDocument/2006/relationships/chart" Target="/ppt/slides/charts/chart21.xml" Id="Rd535ffb002ed49f8" /><Relationship Type="http://schemas.openxmlformats.org/officeDocument/2006/relationships/chart" Target="/ppt/slides/charts/chart22.xml" Id="Rea978d5a20cd4a20" /><Relationship Type="http://schemas.openxmlformats.org/officeDocument/2006/relationships/chart" Target="/ppt/slides/charts/chart23.xml" Id="R44ae7d420edc42f0" /><Relationship Type="http://schemas.openxmlformats.org/officeDocument/2006/relationships/chart" Target="/ppt/slides/charts/chart24.xml" Id="Rab3d7ccbfacc44be" /><Relationship Type="http://schemas.openxmlformats.org/officeDocument/2006/relationships/notesSlide" Target="/ppt/notesSlides/notesSlide6.xml" Id="R58ce62c03b3c46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ef3e1d4c4f0b" /><Relationship Type="http://schemas.openxmlformats.org/officeDocument/2006/relationships/chart" Target="/ppt/slides/charts/chart25.xml" Id="R549c5b9af02e42e0" /><Relationship Type="http://schemas.openxmlformats.org/officeDocument/2006/relationships/chart" Target="/ppt/slides/charts/chart26.xml" Id="Rb6bcbfa9c55a4da5" /><Relationship Type="http://schemas.openxmlformats.org/officeDocument/2006/relationships/chart" Target="/ppt/slides/charts/chart27.xml" Id="R4e9a34e39f1144b0" /><Relationship Type="http://schemas.openxmlformats.org/officeDocument/2006/relationships/chart" Target="/ppt/slides/charts/chart28.xml" Id="Rb21b72f956f14e48" /><Relationship Type="http://schemas.openxmlformats.org/officeDocument/2006/relationships/notesSlide" Target="/ppt/notesSlides/notesSlide7.xml" Id="Rcf7f3d30748b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3d6d4483b4ac9" /><Relationship Type="http://schemas.openxmlformats.org/officeDocument/2006/relationships/chart" Target="/ppt/slides/charts/chart29.xml" Id="R62a197103ac04f4d" /><Relationship Type="http://schemas.openxmlformats.org/officeDocument/2006/relationships/chart" Target="/ppt/slides/charts/chart30.xml" Id="Ra741105d07bf4f5b" /><Relationship Type="http://schemas.openxmlformats.org/officeDocument/2006/relationships/chart" Target="/ppt/slides/charts/chart31.xml" Id="Rb109323642c54c03" /><Relationship Type="http://schemas.openxmlformats.org/officeDocument/2006/relationships/chart" Target="/ppt/slides/charts/chart32.xml" Id="R6779409338224578" /><Relationship Type="http://schemas.openxmlformats.org/officeDocument/2006/relationships/notesSlide" Target="/ppt/notesSlides/notesSlide8.xml" Id="R12120655262f46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ccdc72bbe482e" /><Relationship Type="http://schemas.openxmlformats.org/officeDocument/2006/relationships/chart" Target="/ppt/slides/charts/chart33.xml" Id="R9d7d49e9db194880" /><Relationship Type="http://schemas.openxmlformats.org/officeDocument/2006/relationships/chart" Target="/ppt/slides/charts/chart34.xml" Id="R370da5f1ffa84996" /><Relationship Type="http://schemas.openxmlformats.org/officeDocument/2006/relationships/chart" Target="/ppt/slides/charts/chart35.xml" Id="Rc02cfb64f2f049a3" /><Relationship Type="http://schemas.openxmlformats.org/officeDocument/2006/relationships/chart" Target="/ppt/slides/charts/chart36.xml" Id="R89be5cc34c594e07" /><Relationship Type="http://schemas.openxmlformats.org/officeDocument/2006/relationships/notesSlide" Target="/ppt/notesSlides/notesSlide9.xml" Id="R18c8c4ba04344a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854fd2a5b415c" /><Relationship Type="http://schemas.openxmlformats.org/officeDocument/2006/relationships/chart" Target="/ppt/slides/charts/chart37.xml" Id="Rc9dc4286cb8640de" /><Relationship Type="http://schemas.openxmlformats.org/officeDocument/2006/relationships/chart" Target="/ppt/slides/charts/chart38.xml" Id="Rfc47497cd23f4369" /><Relationship Type="http://schemas.openxmlformats.org/officeDocument/2006/relationships/chart" Target="/ppt/slides/charts/chart39.xml" Id="R72a61f72e04b4292" /><Relationship Type="http://schemas.openxmlformats.org/officeDocument/2006/relationships/chart" Target="/ppt/slides/charts/chart40.xml" Id="R2f55757454884138" /><Relationship Type="http://schemas.openxmlformats.org/officeDocument/2006/relationships/notesSlide" Target="/ppt/notesSlides/notesSlide10.xml" Id="R5d1069b837bc4a7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70.13333333</c:v>
              </c:pt>
              <c:pt idx="1">
                <c:v>137.0666667</c:v>
              </c:pt>
              <c:pt idx="2">
                <c:v>202.1333333</c:v>
              </c:pt>
              <c:pt idx="3">
                <c:v>257.6</c:v>
              </c:pt>
              <c:pt idx="4">
                <c:v>288.6666667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70</c:v>
              </c:pt>
              <c:pt idx="1">
                <c:v>136.5333333</c:v>
              </c:pt>
              <c:pt idx="2">
                <c:v>199.3333333</c:v>
              </c:pt>
              <c:pt idx="3">
                <c:v>251.6</c:v>
              </c:pt>
              <c:pt idx="4">
                <c:v>270.6666667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70.13333333</c:v>
              </c:pt>
              <c:pt idx="1">
                <c:v>136.8</c:v>
              </c:pt>
              <c:pt idx="2">
                <c:v>202.2666667</c:v>
              </c:pt>
              <c:pt idx="3">
                <c:v>258</c:v>
              </c:pt>
              <c:pt idx="4">
                <c:v>275.6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69.86666667</c:v>
              </c:pt>
              <c:pt idx="1">
                <c:v>136.4</c:v>
              </c:pt>
              <c:pt idx="2">
                <c:v>199.0666667</c:v>
              </c:pt>
              <c:pt idx="3">
                <c:v>246</c:v>
              </c:pt>
              <c:pt idx="4">
                <c:v>268.6666667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70.13333333</c:v>
              </c:pt>
              <c:pt idx="1">
                <c:v>136.6666667</c:v>
              </c:pt>
              <c:pt idx="2">
                <c:v>200.1333333</c:v>
              </c:pt>
              <c:pt idx="3">
                <c:v>253.3333333</c:v>
              </c:pt>
              <c:pt idx="4">
                <c:v>282.6666667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0.07033492296999999</c:v>
              </c:pt>
              <c:pt idx="1">
                <c:v>0.13736824279999998</c:v>
              </c:pt>
              <c:pt idx="2">
                <c:v>0.2025647219</c:v>
              </c:pt>
              <c:pt idx="3">
                <c:v>0.25769662520000003</c:v>
              </c:pt>
              <c:pt idx="4">
                <c:v>0.28923505590000004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0.07008586488</c:v>
              </c:pt>
              <c:pt idx="1">
                <c:v>0.1370044795</c:v>
              </c:pt>
              <c:pt idx="2">
                <c:v>0.1993730141</c:v>
              </c:pt>
              <c:pt idx="3">
                <c:v>0.2523194172</c:v>
              </c:pt>
              <c:pt idx="4">
                <c:v>0.2723168202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0.06996090940000001</c:v>
              </c:pt>
              <c:pt idx="1">
                <c:v>0.1365912121</c:v>
              </c:pt>
              <c:pt idx="2">
                <c:v>0.16134418299999997</c:v>
              </c:pt>
              <c:pt idx="3">
                <c:v>0.258134139</c:v>
              </c:pt>
              <c:pt idx="4">
                <c:v>0.2768633251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0.06978203383</c:v>
              </c:pt>
              <c:pt idx="1">
                <c:v>0.1364250063</c:v>
              </c:pt>
              <c:pt idx="2">
                <c:v>0.19827574039999998</c:v>
              </c:pt>
              <c:pt idx="3">
                <c:v>0.2462974395</c:v>
              </c:pt>
              <c:pt idx="4">
                <c:v>0.27108243800000004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0.06990630865</c:v>
              </c:pt>
              <c:pt idx="1">
                <c:v>0.1366184402</c:v>
              </c:pt>
              <c:pt idx="2">
                <c:v>0.2001594996</c:v>
              </c:pt>
              <c:pt idx="3">
                <c:v>0.2541766739</c:v>
              </c:pt>
              <c:pt idx="4">
                <c:v>0.28399649180000003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27.046904320000003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0.13423209979999998</c:v>
              </c:pt>
              <c:pt idx="1">
                <c:v>0.1722928579</c:v>
              </c:pt>
              <c:pt idx="2">
                <c:v>0.1883180748</c:v>
              </c:pt>
              <c:pt idx="3">
                <c:v>0.19985313249999997</c:v>
              </c:pt>
              <c:pt idx="4">
                <c:v>0.2046921735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0.1418954724</c:v>
              </c:pt>
              <c:pt idx="1">
                <c:v>0.1794326313</c:v>
              </c:pt>
              <c:pt idx="2">
                <c:v>0.1949901355</c:v>
              </c:pt>
              <c:pt idx="3">
                <c:v>0.2089072515</c:v>
              </c:pt>
              <c:pt idx="4">
                <c:v>0.21523353599999998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0.13982738549999998</c:v>
              </c:pt>
              <c:pt idx="1">
                <c:v>0.177372809</c:v>
              </c:pt>
              <c:pt idx="2">
                <c:v>0.1924074938</c:v>
              </c:pt>
              <c:pt idx="3">
                <c:v>0.2072473647</c:v>
              </c:pt>
              <c:pt idx="4">
                <c:v>0.2099060331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0.1432318985</c:v>
              </c:pt>
              <c:pt idx="1">
                <c:v>0.1889703018</c:v>
              </c:pt>
              <c:pt idx="2">
                <c:v>0.2059720647</c:v>
              </c:pt>
              <c:pt idx="3">
                <c:v>0.2282771906</c:v>
              </c:pt>
              <c:pt idx="4">
                <c:v>0.23673849060000002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0.1362998644</c:v>
              </c:pt>
              <c:pt idx="1">
                <c:v>0.1742783265</c:v>
              </c:pt>
              <c:pt idx="2">
                <c:v>0.1904364324</c:v>
              </c:pt>
              <c:pt idx="3">
                <c:v>0.203128906</c:v>
              </c:pt>
              <c:pt idx="4">
                <c:v>0.2085895759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27.46666667</c:v>
              </c:pt>
              <c:pt idx="1">
                <c:v>87.06666667</c:v>
              </c:pt>
              <c:pt idx="2">
                <c:v>96.26666667</c:v>
              </c:pt>
              <c:pt idx="3">
                <c:v>120</c:v>
              </c:pt>
              <c:pt idx="4">
                <c:v>131.3333333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30</c:v>
              </c:pt>
              <c:pt idx="1">
                <c:v>87.06666667</c:v>
              </c:pt>
              <c:pt idx="2">
                <c:v>99.6</c:v>
              </c:pt>
              <c:pt idx="3">
                <c:v>115.2</c:v>
              </c:pt>
              <c:pt idx="4">
                <c:v>121.4666667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29.6</c:v>
              </c:pt>
              <c:pt idx="1">
                <c:v>84.93333333</c:v>
              </c:pt>
              <c:pt idx="2">
                <c:v>98.53333333</c:v>
              </c:pt>
              <c:pt idx="3">
                <c:v>120.9333333</c:v>
              </c:pt>
              <c:pt idx="4">
                <c:v>130.6666667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30.26666667</c:v>
              </c:pt>
              <c:pt idx="1">
                <c:v>86.26666667</c:v>
              </c:pt>
              <c:pt idx="2">
                <c:v>94.93333333</c:v>
              </c:pt>
              <c:pt idx="3">
                <c:v>112.5333333</c:v>
              </c:pt>
              <c:pt idx="4">
                <c:v>127.4666667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52.4</c:v>
              </c:pt>
              <c:pt idx="1">
                <c:v>103.3333333</c:v>
              </c:pt>
              <c:pt idx="2">
                <c:v>134.1333333</c:v>
              </c:pt>
              <c:pt idx="3">
                <c:v>162.6666667</c:v>
              </c:pt>
              <c:pt idx="4">
                <c:v>180.4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3.234997808</c:v>
              </c:pt>
              <c:pt idx="1">
                <c:v>1.1500328039999999</c:v>
              </c:pt>
              <c:pt idx="2">
                <c:v>0.6375066582</c:v>
              </c:pt>
              <c:pt idx="3">
                <c:v>0.5347544836</c:v>
              </c:pt>
              <c:pt idx="4">
                <c:v>0.5815230065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3.209860733</c:v>
              </c:pt>
              <c:pt idx="1">
                <c:v>0.71777426</c:v>
              </c:pt>
              <c:pt idx="2">
                <c:v>0.5656864099</c:v>
              </c:pt>
              <c:pt idx="3">
                <c:v>0.5169529393000001</c:v>
              </c:pt>
              <c:pt idx="4">
                <c:v>0.5219031546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3.1464413490000003</c:v>
              </c:pt>
              <c:pt idx="1">
                <c:v>1.135560249</c:v>
              </c:pt>
              <c:pt idx="2">
                <c:v>0.6445306976</c:v>
              </c:pt>
              <c:pt idx="3">
                <c:v>0.5571444511</c:v>
              </c:pt>
              <c:pt idx="4">
                <c:v>0.5642108636000001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3.065793358</c:v>
              </c:pt>
              <c:pt idx="1">
                <c:v>0.9739664320000001</c:v>
              </c:pt>
              <c:pt idx="2">
                <c:v>0.5845033885</c:v>
              </c:pt>
              <c:pt idx="3">
                <c:v>0.48664964730000004</c:v>
              </c:pt>
              <c:pt idx="4">
                <c:v>0.542320418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3.227346349</c:v>
              </c:pt>
              <c:pt idx="1">
                <c:v>1.503324495</c:v>
              </c:pt>
              <c:pt idx="2">
                <c:v>1.143801829</c:v>
              </c:pt>
              <c:pt idx="3">
                <c:v>0.7652840019</c:v>
              </c:pt>
              <c:pt idx="4">
                <c:v>0.7760515794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.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27.057808639999998</c:v>
              </c:pt>
              <c:pt idx="4">
                <c:v>27.05475275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27.03</c:v>
              </c:pt>
              <c:pt idx="4">
                <c:v>27.03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27.03</c:v>
              </c:pt>
              <c:pt idx="1">
                <c:v>27.03</c:v>
              </c:pt>
              <c:pt idx="2">
                <c:v>27.03</c:v>
              </c:pt>
              <c:pt idx="3">
                <c:v>27.051401430000002</c:v>
              </c:pt>
              <c:pt idx="4">
                <c:v>27.03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0.222139667</c:v>
              </c:pt>
              <c:pt idx="1">
                <c:v>0.3237390941</c:v>
              </c:pt>
              <c:pt idx="2">
                <c:v>0.36411908649999997</c:v>
              </c:pt>
              <c:pt idx="3">
                <c:v>0.7096937404</c:v>
              </c:pt>
              <c:pt idx="4">
                <c:v>0.8684811225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0.2401678764</c:v>
              </c:pt>
              <c:pt idx="1">
                <c:v>0.33945130440000004</c:v>
              </c:pt>
              <c:pt idx="2">
                <c:v>0.3883348064</c:v>
              </c:pt>
              <c:pt idx="3">
                <c:v>0.418451552</c:v>
              </c:pt>
              <c:pt idx="4">
                <c:v>0.4243803228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0.2241426471</c:v>
              </c:pt>
              <c:pt idx="1">
                <c:v>0.3213679493</c:v>
              </c:pt>
              <c:pt idx="2">
                <c:v>0.3612363692</c:v>
              </c:pt>
              <c:pt idx="3">
                <c:v>0.4065157568</c:v>
              </c:pt>
              <c:pt idx="4">
                <c:v>0.41572829969999997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0.230638355</c:v>
              </c:pt>
              <c:pt idx="1">
                <c:v>0.3306539422</c:v>
              </c:pt>
              <c:pt idx="2">
                <c:v>0.374740634</c:v>
              </c:pt>
              <c:pt idx="3">
                <c:v>0.4016765796</c:v>
              </c:pt>
              <c:pt idx="4">
                <c:v>0.4058234423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0.1666838503</c:v>
              </c:pt>
              <c:pt idx="1">
                <c:v>0.22371956140000002</c:v>
              </c:pt>
              <c:pt idx="2">
                <c:v>0.2502298704</c:v>
              </c:pt>
              <c:pt idx="3">
                <c:v>0.27635851969999997</c:v>
              </c:pt>
              <c:pt idx="4">
                <c:v>0.2791657606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70</c:v>
              </c:pt>
              <c:pt idx="1">
                <c:v>137.6</c:v>
              </c:pt>
              <c:pt idx="2">
                <c:v>198.1333333</c:v>
              </c:pt>
              <c:pt idx="3">
                <c:v>264.4</c:v>
              </c:pt>
              <c:pt idx="4">
                <c:v>294.6666667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69.6</c:v>
              </c:pt>
              <c:pt idx="1">
                <c:v>138.8</c:v>
              </c:pt>
              <c:pt idx="2">
                <c:v>200.5333333</c:v>
              </c:pt>
              <c:pt idx="3">
                <c:v>255.0666667</c:v>
              </c:pt>
              <c:pt idx="4">
                <c:v>278.4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69.6</c:v>
              </c:pt>
              <c:pt idx="1">
                <c:v>138.1333333</c:v>
              </c:pt>
              <c:pt idx="2">
                <c:v>196.2666667</c:v>
              </c:pt>
              <c:pt idx="3">
                <c:v>258.4</c:v>
              </c:pt>
              <c:pt idx="4">
                <c:v>279.2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69.6</c:v>
              </c:pt>
              <c:pt idx="1">
                <c:v>137.3333333</c:v>
              </c:pt>
              <c:pt idx="2">
                <c:v>200.5333333</c:v>
              </c:pt>
              <c:pt idx="3">
                <c:v>258</c:v>
              </c:pt>
              <c:pt idx="4">
                <c:v>257.7333333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69.46666667</c:v>
              </c:pt>
              <c:pt idx="1">
                <c:v>136.6666667</c:v>
              </c:pt>
              <c:pt idx="2">
                <c:v>198.5333333</c:v>
              </c:pt>
              <c:pt idx="3">
                <c:v>250.8</c:v>
              </c:pt>
              <c:pt idx="4">
                <c:v>289.4666667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0.06538878479</c:v>
              </c:pt>
              <c:pt idx="1">
                <c:v>0.07649378359</c:v>
              </c:pt>
              <c:pt idx="2">
                <c:v>0.1046530566</c:v>
              </c:pt>
              <c:pt idx="3">
                <c:v>0.1518310314</c:v>
              </c:pt>
              <c:pt idx="4">
                <c:v>0.1479849781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0.06535866067000001</c:v>
              </c:pt>
              <c:pt idx="1">
                <c:v>0.09747290464</c:v>
              </c:pt>
              <c:pt idx="2">
                <c:v>0.1319971694</c:v>
              </c:pt>
              <c:pt idx="3">
                <c:v>0.1548110375</c:v>
              </c:pt>
              <c:pt idx="4">
                <c:v>0.14051219850000002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0.06531673263</c:v>
              </c:pt>
              <c:pt idx="1">
                <c:v>0.07234744209999999</c:v>
              </c:pt>
              <c:pt idx="2">
                <c:v>0.09927244432</c:v>
              </c:pt>
              <c:pt idx="3">
                <c:v>0.16034052669999999</c:v>
              </c:pt>
              <c:pt idx="4">
                <c:v>0.1223241907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0.06514781975</c:v>
              </c:pt>
              <c:pt idx="1">
                <c:v>0.1079727532</c:v>
              </c:pt>
              <c:pt idx="2">
                <c:v>0.16552042069999998</c:v>
              </c:pt>
              <c:pt idx="3">
                <c:v>0.1095090929</c:v>
              </c:pt>
              <c:pt idx="4">
                <c:v>0.1039924182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0.06505779653</c:v>
              </c:pt>
              <c:pt idx="1">
                <c:v>0.06278753993</c:v>
              </c:pt>
              <c:pt idx="2">
                <c:v>0.1639352955</c:v>
              </c:pt>
              <c:pt idx="3">
                <c:v>0.1211104043</c:v>
              </c:pt>
              <c:pt idx="4">
                <c:v>0.1382190171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27.08331361</c:v>
              </c:pt>
              <c:pt idx="1">
                <c:v>27.15706488</c:v>
              </c:pt>
              <c:pt idx="2">
                <c:v>27.239791980000003</c:v>
              </c:pt>
              <c:pt idx="3">
                <c:v>27.18603667</c:v>
              </c:pt>
              <c:pt idx="4">
                <c:v>27.2503665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27.08363095</c:v>
              </c:pt>
              <c:pt idx="1">
                <c:v>27.132942319999998</c:v>
              </c:pt>
              <c:pt idx="2">
                <c:v>27.18601426</c:v>
              </c:pt>
              <c:pt idx="3">
                <c:v>27.16408613</c:v>
              </c:pt>
              <c:pt idx="4">
                <c:v>27.26308013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27.08363095</c:v>
              </c:pt>
              <c:pt idx="1">
                <c:v>27.15712367</c:v>
              </c:pt>
              <c:pt idx="2">
                <c:v>27.22341938</c:v>
              </c:pt>
              <c:pt idx="3">
                <c:v>27.16356451</c:v>
              </c:pt>
              <c:pt idx="4">
                <c:v>27.26167412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27.08363095</c:v>
              </c:pt>
              <c:pt idx="1">
                <c:v>27.107098429999997</c:v>
              </c:pt>
              <c:pt idx="2">
                <c:v>27.11786989</c:v>
              </c:pt>
              <c:pt idx="3">
                <c:v>27.201751599999998</c:v>
              </c:pt>
              <c:pt idx="4">
                <c:v>27.32200882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27.083952099999998</c:v>
              </c:pt>
              <c:pt idx="1">
                <c:v>27.15696711</c:v>
              </c:pt>
              <c:pt idx="2">
                <c:v>27.118238549999997</c:v>
              </c:pt>
              <c:pt idx="3">
                <c:v>27.19318942</c:v>
              </c:pt>
              <c:pt idx="4">
                <c:v>27.21974467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0.1192266572</c:v>
              </c:pt>
              <c:pt idx="1">
                <c:v>0.1514998584</c:v>
              </c:pt>
              <c:pt idx="2">
                <c:v>0.17854639860000002</c:v>
              </c:pt>
              <c:pt idx="3">
                <c:v>3.469200693</c:v>
              </c:pt>
              <c:pt idx="4">
                <c:v>4.545333508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0.1262759212</c:v>
              </c:pt>
              <c:pt idx="1">
                <c:v>0.1673680796</c:v>
              </c:pt>
              <c:pt idx="2">
                <c:v>0.2032470338</c:v>
              </c:pt>
              <c:pt idx="3">
                <c:v>3.391621273</c:v>
              </c:pt>
              <c:pt idx="4">
                <c:v>4.552799011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0.1261120687</c:v>
              </c:pt>
              <c:pt idx="1">
                <c:v>0.1633089191</c:v>
              </c:pt>
              <c:pt idx="2">
                <c:v>0.18983198820000002</c:v>
              </c:pt>
              <c:pt idx="3">
                <c:v>3.810963478</c:v>
              </c:pt>
              <c:pt idx="4">
                <c:v>4.569811018999999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0.1349591623</c:v>
              </c:pt>
              <c:pt idx="1">
                <c:v>0.173992224</c:v>
              </c:pt>
              <c:pt idx="2">
                <c:v>0.5732292102000001</c:v>
              </c:pt>
              <c:pt idx="3">
                <c:v>4.172514219</c:v>
              </c:pt>
              <c:pt idx="4">
                <c:v>4.73240461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0.1252470221</c:v>
              </c:pt>
              <c:pt idx="1">
                <c:v>0.1608343485</c:v>
              </c:pt>
              <c:pt idx="2">
                <c:v>0.18713461680000001</c:v>
              </c:pt>
              <c:pt idx="3">
                <c:v>3.534261356</c:v>
              </c:pt>
              <c:pt idx="4">
                <c:v>4.5630940849999995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.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18.26666667</c:v>
              </c:pt>
              <c:pt idx="1">
                <c:v>71.73333333</c:v>
              </c:pt>
              <c:pt idx="2">
                <c:v>79.73333333</c:v>
              </c:pt>
              <c:pt idx="3">
                <c:v>105.0666667</c:v>
              </c:pt>
              <c:pt idx="4">
                <c:v>118.8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20.53333333</c:v>
              </c:pt>
              <c:pt idx="1">
                <c:v>74.53333333</c:v>
              </c:pt>
              <c:pt idx="2">
                <c:v>78.4</c:v>
              </c:pt>
              <c:pt idx="3">
                <c:v>101.4666667</c:v>
              </c:pt>
              <c:pt idx="4">
                <c:v>112.2666667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20.53333333</c:v>
              </c:pt>
              <c:pt idx="1">
                <c:v>70.13333333</c:v>
              </c:pt>
              <c:pt idx="2">
                <c:v>80.66666667</c:v>
              </c:pt>
              <c:pt idx="3">
                <c:v>97.33333333</c:v>
              </c:pt>
              <c:pt idx="4">
                <c:v>103.8666667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19.06666667</c:v>
              </c:pt>
              <c:pt idx="1">
                <c:v>66.26666667</c:v>
              </c:pt>
              <c:pt idx="2">
                <c:v>79.6</c:v>
              </c:pt>
              <c:pt idx="3">
                <c:v>99.46666667</c:v>
              </c:pt>
              <c:pt idx="4">
                <c:v>102.8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39.33333333</c:v>
              </c:pt>
              <c:pt idx="1">
                <c:v>71.46666667</c:v>
              </c:pt>
              <c:pt idx="2">
                <c:v>96</c:v>
              </c:pt>
              <c:pt idx="3">
                <c:v>110.8</c:v>
              </c:pt>
              <c:pt idx="4">
                <c:v>109.3333333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1.969622187</c:v>
              </c:pt>
              <c:pt idx="1">
                <c:v>0.4161712715</c:v>
              </c:pt>
              <c:pt idx="2">
                <c:v>0.2797058119</c:v>
              </c:pt>
              <c:pt idx="3">
                <c:v>0.2584540441</c:v>
              </c:pt>
              <c:pt idx="4">
                <c:v>0.2613283997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1.5283261890000002</c:v>
              </c:pt>
              <c:pt idx="1">
                <c:v>0.37277237760000004</c:v>
              </c:pt>
              <c:pt idx="2">
                <c:v>0.24800910680000002</c:v>
              </c:pt>
              <c:pt idx="3">
                <c:v>0.2564811218</c:v>
              </c:pt>
              <c:pt idx="4">
                <c:v>0.2530549427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1.8976368890000002</c:v>
              </c:pt>
              <c:pt idx="1">
                <c:v>0.5317931995</c:v>
              </c:pt>
              <c:pt idx="2">
                <c:v>0.2965649694</c:v>
              </c:pt>
              <c:pt idx="3">
                <c:v>0.2535122033</c:v>
              </c:pt>
              <c:pt idx="4">
                <c:v>0.2004829034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1.866302628</c:v>
              </c:pt>
              <c:pt idx="1">
                <c:v>0.3534659707</c:v>
              </c:pt>
              <c:pt idx="2">
                <c:v>0.3044573436</c:v>
              </c:pt>
              <c:pt idx="3">
                <c:v>0.2134014125</c:v>
              </c:pt>
              <c:pt idx="4">
                <c:v>0.2262391119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0.8727298036</c:v>
              </c:pt>
              <c:pt idx="1">
                <c:v>0.4812133403</c:v>
              </c:pt>
              <c:pt idx="2">
                <c:v>0.2851602358</c:v>
              </c:pt>
              <c:pt idx="3">
                <c:v>0.160774162</c:v>
              </c:pt>
              <c:pt idx="4">
                <c:v>0.1548557036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6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29.616331170000002</c:v>
              </c:pt>
              <c:pt idx="1">
                <c:v>27.87344375</c:v>
              </c:pt>
              <c:pt idx="2">
                <c:v>28.15624132</c:v>
              </c:pt>
              <c:pt idx="3">
                <c:v>28.00225445</c:v>
              </c:pt>
              <c:pt idx="4">
                <c:v>27.695874189999998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29.26599817</c:v>
              </c:pt>
              <c:pt idx="1">
                <c:v>27.900026150000002</c:v>
              </c:pt>
              <c:pt idx="2">
                <c:v>27.9489788</c:v>
              </c:pt>
              <c:pt idx="3">
                <c:v>27.83445332</c:v>
              </c:pt>
              <c:pt idx="4">
                <c:v>27.90329795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29.83500965</c:v>
              </c:pt>
              <c:pt idx="1">
                <c:v>28.277833180000002</c:v>
              </c:pt>
              <c:pt idx="2">
                <c:v>28.02556381</c:v>
              </c:pt>
              <c:pt idx="3">
                <c:v>28.05236982</c:v>
              </c:pt>
              <c:pt idx="4">
                <c:v>28.08200652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29.46671066</c:v>
              </c:pt>
              <c:pt idx="1">
                <c:v>28.21347871</c:v>
              </c:pt>
              <c:pt idx="2">
                <c:v>28.14548612</c:v>
              </c:pt>
              <c:pt idx="3">
                <c:v>27.89837688</c:v>
              </c:pt>
              <c:pt idx="4">
                <c:v>28.26116967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27.77544227</c:v>
              </c:pt>
              <c:pt idx="1">
                <c:v>28.01980228</c:v>
              </c:pt>
              <c:pt idx="2">
                <c:v>27.76100031</c:v>
              </c:pt>
              <c:pt idx="3">
                <c:v>27.56675182</c:v>
              </c:pt>
              <c:pt idx="4">
                <c:v>27.65278286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0.22055625069999998</c:v>
              </c:pt>
              <c:pt idx="1">
                <c:v>0.3276905158</c:v>
              </c:pt>
              <c:pt idx="2">
                <c:v>2.659908684</c:v>
              </c:pt>
              <c:pt idx="3">
                <c:v>4.317063666</c:v>
              </c:pt>
              <c:pt idx="4">
                <c:v>4.470319746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0.21733583350000002</c:v>
              </c:pt>
              <c:pt idx="1">
                <c:v>0.3410900578</c:v>
              </c:pt>
              <c:pt idx="2">
                <c:v>3.143911763</c:v>
              </c:pt>
              <c:pt idx="3">
                <c:v>4.888727164</c:v>
              </c:pt>
              <c:pt idx="4">
                <c:v>5.076726965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0.2335301844</c:v>
              </c:pt>
              <c:pt idx="1">
                <c:v>0.3599800225</c:v>
              </c:pt>
              <c:pt idx="2">
                <c:v>3.9482910959999997</c:v>
              </c:pt>
              <c:pt idx="3">
                <c:v>5.206734411999999</c:v>
              </c:pt>
              <c:pt idx="4">
                <c:v>5.459500774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0.2310750459</c:v>
              </c:pt>
              <c:pt idx="1">
                <c:v>0.7615974695</c:v>
              </c:pt>
              <c:pt idx="2">
                <c:v>4.231240522</c:v>
              </c:pt>
              <c:pt idx="3">
                <c:v>5.496524425</c:v>
              </c:pt>
              <c:pt idx="4">
                <c:v>5.684391326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0.23229531209999998</c:v>
              </c:pt>
              <c:pt idx="1">
                <c:v>0.3416107235</c:v>
              </c:pt>
              <c:pt idx="2">
                <c:v>3.570983132</c:v>
              </c:pt>
              <c:pt idx="3">
                <c:v>4.675286319</c:v>
              </c:pt>
              <c:pt idx="4">
                <c:v>4.731591795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.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14.26666667</c:v>
              </c:pt>
              <c:pt idx="1">
                <c:v>18.4</c:v>
              </c:pt>
              <c:pt idx="2">
                <c:v>22</c:v>
              </c:pt>
              <c:pt idx="3">
                <c:v>25.33333333</c:v>
              </c:pt>
              <c:pt idx="4">
                <c:v>29.46666667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15.46666667</c:v>
              </c:pt>
              <c:pt idx="1">
                <c:v>18.8</c:v>
              </c:pt>
              <c:pt idx="2">
                <c:v>23.06666667</c:v>
              </c:pt>
              <c:pt idx="3">
                <c:v>22.8</c:v>
              </c:pt>
              <c:pt idx="4">
                <c:v>28.13333333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16.8</c:v>
              </c:pt>
              <c:pt idx="1">
                <c:v>20.26666667</c:v>
              </c:pt>
              <c:pt idx="2">
                <c:v>23.86666667</c:v>
              </c:pt>
              <c:pt idx="3">
                <c:v>26.26666667</c:v>
              </c:pt>
              <c:pt idx="4">
                <c:v>28.4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15.2</c:v>
              </c:pt>
              <c:pt idx="1">
                <c:v>18.4</c:v>
              </c:pt>
              <c:pt idx="2">
                <c:v>23.33333333</c:v>
              </c:pt>
              <c:pt idx="3">
                <c:v>23.2</c:v>
              </c:pt>
              <c:pt idx="4">
                <c:v>28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15.46666667</c:v>
              </c:pt>
              <c:pt idx="1">
                <c:v>25.86666667</c:v>
              </c:pt>
              <c:pt idx="2">
                <c:v>29.2</c:v>
              </c:pt>
              <c:pt idx="3">
                <c:v>31.86666667</c:v>
              </c:pt>
              <c:pt idx="4">
                <c:v>32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0.006864185867</c:v>
              </c:pt>
              <c:pt idx="1">
                <c:v>0.009591997518999999</c:v>
              </c:pt>
              <c:pt idx="2">
                <c:v>0.01052512255</c:v>
              </c:pt>
              <c:pt idx="3">
                <c:v>0.01216242471</c:v>
              </c:pt>
              <c:pt idx="4">
                <c:v>0.01438924809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0.00769108939</c:v>
              </c:pt>
              <c:pt idx="1">
                <c:v>0.00826551424</c:v>
              </c:pt>
              <c:pt idx="2">
                <c:v>0.010824362450000001</c:v>
              </c:pt>
              <c:pt idx="3">
                <c:v>0.009945791138000001</c:v>
              </c:pt>
              <c:pt idx="4">
                <c:v>0.01235054744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0.00906854151</c:v>
              </c:pt>
              <c:pt idx="1">
                <c:v>0.008595490612</c:v>
              </c:pt>
              <c:pt idx="2">
                <c:v>0.01097385122</c:v>
              </c:pt>
              <c:pt idx="3">
                <c:v>0.01208810383</c:v>
              </c:pt>
              <c:pt idx="4">
                <c:v>0.01246988543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0.007824597166000001</c:v>
              </c:pt>
              <c:pt idx="1">
                <c:v>0.008220754963</c:v>
              </c:pt>
              <c:pt idx="2">
                <c:v>0.0103756127</c:v>
              </c:pt>
              <c:pt idx="3">
                <c:v>0.01151217379</c:v>
              </c:pt>
              <c:pt idx="4">
                <c:v>0.011873925339999999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0.008422067323</c:v>
              </c:pt>
              <c:pt idx="1">
                <c:v>0.01219762061</c:v>
              </c:pt>
              <c:pt idx="2">
                <c:v>0.01358963354</c:v>
              </c:pt>
              <c:pt idx="3">
                <c:v>0.01297317322</c:v>
              </c:pt>
              <c:pt idx="4">
                <c:v>0.01174926595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0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00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32.857688950000004</c:v>
              </c:pt>
              <c:pt idx="1">
                <c:v>35.606746030000004</c:v>
              </c:pt>
              <c:pt idx="2">
                <c:v>37.9831779</c:v>
              </c:pt>
              <c:pt idx="3">
                <c:v>39.28437494</c:v>
              </c:pt>
              <c:pt idx="4">
                <c:v>40.19383399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32.04955518</c:v>
              </c:pt>
              <c:pt idx="1">
                <c:v>35.67575133</c:v>
              </c:pt>
              <c:pt idx="2">
                <c:v>37.76736867</c:v>
              </c:pt>
              <c:pt idx="3">
                <c:v>40.90277707</c:v>
              </c:pt>
              <c:pt idx="4">
                <c:v>40.99745022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31.42764401</c:v>
              </c:pt>
              <c:pt idx="1">
                <c:v>35.49708974</c:v>
              </c:pt>
              <c:pt idx="2">
                <c:v>37.00701754</c:v>
              </c:pt>
              <c:pt idx="3">
                <c:v>38.76616873</c:v>
              </c:pt>
              <c:pt idx="4">
                <c:v>41.06261682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32.17191379</c:v>
              </c:pt>
              <c:pt idx="1">
                <c:v>35.90413492</c:v>
              </c:pt>
              <c:pt idx="2">
                <c:v>37.42654708</c:v>
              </c:pt>
              <c:pt idx="3">
                <c:v>40.29676068</c:v>
              </c:pt>
              <c:pt idx="4">
                <c:v>41.663673349999996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32.817015870000006</c:v>
              </c:pt>
              <c:pt idx="1">
                <c:v>33.16482823</c:v>
              </c:pt>
              <c:pt idx="2">
                <c:v>35.84308739</c:v>
              </c:pt>
              <c:pt idx="3">
                <c:v>38.17830733</c:v>
              </c:pt>
              <c:pt idx="4">
                <c:v>39.04304072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0.1257455507</c:v>
              </c:pt>
              <c:pt idx="1">
                <c:v>5.223784519</c:v>
              </c:pt>
              <c:pt idx="2">
                <c:v>7.077872394</c:v>
              </c:pt>
              <c:pt idx="3">
                <c:v>7.79242397</c:v>
              </c:pt>
              <c:pt idx="4">
                <c:v>7.867100042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0.1284696163</c:v>
              </c:pt>
              <c:pt idx="1">
                <c:v>5.991582331</c:v>
              </c:pt>
              <c:pt idx="2">
                <c:v>7.747793928</c:v>
              </c:pt>
              <c:pt idx="3">
                <c:v>8.772052519999999</c:v>
              </c:pt>
              <c:pt idx="4">
                <c:v>8.87965467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0.132241099</c:v>
              </c:pt>
              <c:pt idx="1">
                <c:v>5.498845027000001</c:v>
              </c:pt>
              <c:pt idx="2">
                <c:v>7.826941336</c:v>
              </c:pt>
              <c:pt idx="3">
                <c:v>8.724812775</c:v>
              </c:pt>
              <c:pt idx="4">
                <c:v>8.821196806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0.13469208789999998</c:v>
              </c:pt>
              <c:pt idx="1">
                <c:v>5.435678356</c:v>
              </c:pt>
              <c:pt idx="2">
                <c:v>7.170690482</c:v>
              </c:pt>
              <c:pt idx="3">
                <c:v>8.344073902</c:v>
              </c:pt>
              <c:pt idx="4">
                <c:v>8.466719179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0.4004726058</c:v>
              </c:pt>
              <c:pt idx="1">
                <c:v>5.773102837000001</c:v>
              </c:pt>
              <c:pt idx="2">
                <c:v>7.5462765570000006</c:v>
              </c:pt>
              <c:pt idx="3">
                <c:v>9.117538438</c:v>
              </c:pt>
              <c:pt idx="4">
                <c:v>9.296274098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0.2666666667</c:v>
              </c:pt>
              <c:pt idx="1">
                <c:v>0.5333333333</c:v>
              </c:pt>
              <c:pt idx="2">
                <c:v>0.8</c:v>
              </c:pt>
              <c:pt idx="3">
                <c:v>1.466666667</c:v>
              </c:pt>
              <c:pt idx="4">
                <c:v>1.2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0.4</c:v>
              </c:pt>
              <c:pt idx="1">
                <c:v>0.4</c:v>
              </c:pt>
              <c:pt idx="2">
                <c:v>0.5333333333</c:v>
              </c:pt>
              <c:pt idx="3">
                <c:v>1.6</c:v>
              </c:pt>
              <c:pt idx="4">
                <c:v>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0.4</c:v>
              </c:pt>
              <c:pt idx="1">
                <c:v>0.6666666667</c:v>
              </c:pt>
              <c:pt idx="2">
                <c:v>0.8</c:v>
              </c:pt>
              <c:pt idx="3">
                <c:v>1.733333333</c:v>
              </c:pt>
              <c:pt idx="4">
                <c:v>1.6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0.1333333333</c:v>
              </c:pt>
              <c:pt idx="1">
                <c:v>0.5333333333</c:v>
              </c:pt>
              <c:pt idx="2">
                <c:v>0.5333333333</c:v>
              </c:pt>
              <c:pt idx="3">
                <c:v>2</c:v>
              </c:pt>
              <c:pt idx="4">
                <c:v>1.866666667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10.53333333</c:v>
              </c:pt>
              <c:pt idx="1">
                <c:v>19.06666667</c:v>
              </c:pt>
              <c:pt idx="2">
                <c:v>18</c:v>
              </c:pt>
              <c:pt idx="3">
                <c:v>35</c:v>
              </c:pt>
              <c:pt idx="4">
                <c:v>40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1.665878968</c:v>
              </c:pt>
              <c:pt idx="1">
                <c:v>1.218910646</c:v>
              </c:pt>
              <c:pt idx="2">
                <c:v>0.8237188290999999</c:v>
              </c:pt>
              <c:pt idx="3">
                <c:v>0.6469158144</c:v>
              </c:pt>
              <c:pt idx="4">
                <c:v>0.4367671627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1.1801898499999999</c:v>
              </c:pt>
              <c:pt idx="1">
                <c:v>0.809894093</c:v>
              </c:pt>
              <c:pt idx="2">
                <c:v>0.4819077458</c:v>
              </c:pt>
              <c:pt idx="3">
                <c:v>0.32374567810000004</c:v>
              </c:pt>
              <c:pt idx="4">
                <c:v>0.2824536522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1.224695823</c:v>
              </c:pt>
              <c:pt idx="1">
                <c:v>0.7628297943</c:v>
              </c:pt>
              <c:pt idx="2">
                <c:v>0.47578513149999996</c:v>
              </c:pt>
              <c:pt idx="3">
                <c:v>0.3157153703</c:v>
              </c:pt>
              <c:pt idx="4">
                <c:v>0.29003160370000003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1.3074405690000002</c:v>
              </c:pt>
              <c:pt idx="1">
                <c:v>0.7806029091000001</c:v>
              </c:pt>
              <c:pt idx="2">
                <c:v>0.398449631</c:v>
              </c:pt>
              <c:pt idx="3">
                <c:v>0.3467112061</c:v>
              </c:pt>
              <c:pt idx="4">
                <c:v>0.3043179989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0.36451086229999996</c:v>
              </c:pt>
              <c:pt idx="1">
                <c:v>0.1516693884</c:v>
              </c:pt>
              <c:pt idx="2">
                <c:v>0.1587825766</c:v>
              </c:pt>
              <c:pt idx="3">
                <c:v>0.01937429766</c:v>
              </c:pt>
              <c:pt idx="4">
                <c:v>0.01761439139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56.84880952</c:v>
              </c:pt>
              <c:pt idx="1">
                <c:v>61.306366759999996</c:v>
              </c:pt>
              <c:pt idx="2">
                <c:v>60.52650718</c:v>
              </c:pt>
              <c:pt idx="3">
                <c:v>60.40842529</c:v>
              </c:pt>
              <c:pt idx="4">
                <c:v>61.5595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56.68791667</c:v>
              </c:pt>
              <c:pt idx="1">
                <c:v>61.90167033</c:v>
              </c:pt>
              <c:pt idx="2">
                <c:v>61.57962406</c:v>
              </c:pt>
              <c:pt idx="3">
                <c:v>59.54116685</c:v>
              </c:pt>
              <c:pt idx="4">
                <c:v>61.70309829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56.68791667</c:v>
              </c:pt>
              <c:pt idx="1">
                <c:v>60.49117628</c:v>
              </c:pt>
              <c:pt idx="2">
                <c:v>61.04650539</c:v>
              </c:pt>
              <c:pt idx="3">
                <c:v>60.376709049999995</c:v>
              </c:pt>
              <c:pt idx="4">
                <c:v>61.48427106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58.35047619</c:v>
              </c:pt>
              <c:pt idx="1">
                <c:v>61.129384619999996</c:v>
              </c:pt>
              <c:pt idx="2">
                <c:v>62.44788095</c:v>
              </c:pt>
              <c:pt idx="3">
                <c:v>58.60790476</c:v>
              </c:pt>
              <c:pt idx="4">
                <c:v>61.68688596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32.2293797</c:v>
              </c:pt>
              <c:pt idx="1">
                <c:v>34.45749301</c:v>
              </c:pt>
              <c:pt idx="2">
                <c:v>37.81864678</c:v>
              </c:pt>
              <c:pt idx="3">
                <c:v>37.041111109999996</c:v>
              </c:pt>
              <c:pt idx="4">
                <c:v>40.96734375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8.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4.3623288</c:v>
              </c:pt>
              <c:pt idx="1">
                <c:v>6.829746291</c:v>
              </c:pt>
              <c:pt idx="2">
                <c:v>7.9040248570000005</c:v>
              </c:pt>
              <c:pt idx="3">
                <c:v>8.251417162</c:v>
              </c:pt>
              <c:pt idx="4">
                <c:v>8.286156392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4.074924149</c:v>
              </c:pt>
              <c:pt idx="1">
                <c:v>7.667527881</c:v>
              </c:pt>
              <c:pt idx="2">
                <c:v>8.643653686</c:v>
              </c:pt>
              <c:pt idx="3">
                <c:v>8.753085364</c:v>
              </c:pt>
              <c:pt idx="4">
                <c:v>8.764028532000001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4.207978111</c:v>
              </c:pt>
              <c:pt idx="1">
                <c:v>7.550655169</c:v>
              </c:pt>
              <c:pt idx="2">
                <c:v>8.383722067999999</c:v>
              </c:pt>
              <c:pt idx="3">
                <c:v>8.617168916</c:v>
              </c:pt>
              <c:pt idx="4">
                <c:v>8.640513601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4.245534702</c:v>
              </c:pt>
              <c:pt idx="1">
                <c:v>7.43929064</c:v>
              </c:pt>
              <c:pt idx="2">
                <c:v>7.944945135</c:v>
              </c:pt>
              <c:pt idx="3">
                <c:v>8.053196135</c:v>
              </c:pt>
              <c:pt idx="4">
                <c:v>8.064021236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0.5104000433</c:v>
              </c:pt>
              <c:pt idx="1">
                <c:v>5.017377464999999</c:v>
              </c:pt>
              <c:pt idx="2">
                <c:v>5.244176475000001</c:v>
              </c:pt>
              <c:pt idx="3">
                <c:v>5.255061155</c:v>
              </c:pt>
              <c:pt idx="4">
                <c:v>5.256149623000001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25.86666667</c:v>
              </c:pt>
              <c:pt idx="1">
                <c:v>47.73333333</c:v>
              </c:pt>
              <c:pt idx="2">
                <c:v>64</c:v>
              </c:pt>
              <c:pt idx="3">
                <c:v>86</c:v>
              </c:pt>
              <c:pt idx="4">
                <c:v>97.33333333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25.33333333</c:v>
              </c:pt>
              <c:pt idx="1">
                <c:v>47.46666667</c:v>
              </c:pt>
              <c:pt idx="2">
                <c:v>64.53333333</c:v>
              </c:pt>
              <c:pt idx="3">
                <c:v>83.86666667</c:v>
              </c:pt>
              <c:pt idx="4">
                <c:v>94.53333333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25.33333333</c:v>
              </c:pt>
              <c:pt idx="1">
                <c:v>48.13333333</c:v>
              </c:pt>
              <c:pt idx="2">
                <c:v>65.2</c:v>
              </c:pt>
              <c:pt idx="3">
                <c:v>83.86666667</c:v>
              </c:pt>
              <c:pt idx="4">
                <c:v>95.73333333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25.46666667</c:v>
              </c:pt>
              <c:pt idx="1">
                <c:v>48.13333333</c:v>
              </c:pt>
              <c:pt idx="2">
                <c:v>64</c:v>
              </c:pt>
              <c:pt idx="3">
                <c:v>82.4</c:v>
              </c:pt>
              <c:pt idx="4">
                <c:v>93.73333333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25.46666667</c:v>
              </c:pt>
              <c:pt idx="1">
                <c:v>47.33333333</c:v>
              </c:pt>
              <c:pt idx="2">
                <c:v>62.66666667</c:v>
              </c:pt>
              <c:pt idx="3">
                <c:v>84.93333333</c:v>
              </c:pt>
              <c:pt idx="4">
                <c:v>92.26666667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0.02070529689</c:v>
              </c:pt>
              <c:pt idx="1">
                <c:v>0.02583234782</c:v>
              </c:pt>
              <c:pt idx="2">
                <c:v>0.032733620629999995</c:v>
              </c:pt>
              <c:pt idx="3">
                <c:v>0.03255571982</c:v>
              </c:pt>
              <c:pt idx="4">
                <c:v>0.03676942835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0.02014755864</c:v>
              </c:pt>
              <c:pt idx="1">
                <c:v>0.02578661598</c:v>
              </c:pt>
              <c:pt idx="2">
                <c:v>0.03296022868</c:v>
              </c:pt>
              <c:pt idx="3">
                <c:v>0.03162175983</c:v>
              </c:pt>
              <c:pt idx="4">
                <c:v>0.03631111224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0.02019966724</c:v>
              </c:pt>
              <c:pt idx="1">
                <c:v>0.02610751204</c:v>
              </c:pt>
              <c:pt idx="2">
                <c:v>0.03189941843</c:v>
              </c:pt>
              <c:pt idx="3">
                <c:v>0.03157071897</c:v>
              </c:pt>
              <c:pt idx="4">
                <c:v>0.036610883440000005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0.02034453863</c:v>
              </c:pt>
              <c:pt idx="1">
                <c:v>0.02611426196</c:v>
              </c:pt>
              <c:pt idx="2">
                <c:v>0.03126738539</c:v>
              </c:pt>
              <c:pt idx="3">
                <c:v>0.03024465666</c:v>
              </c:pt>
              <c:pt idx="4">
                <c:v>0.035770789479999995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0.020310240440000002</c:v>
              </c:pt>
              <c:pt idx="1">
                <c:v>0.025624661580000003</c:v>
              </c:pt>
              <c:pt idx="2">
                <c:v>0.030617000829999998</c:v>
              </c:pt>
              <c:pt idx="3">
                <c:v>0.0339114345</c:v>
              </c:pt>
              <c:pt idx="4">
                <c:v>0.03456955195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0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110.0210885</c:v>
              </c:pt>
              <c:pt idx="1">
                <c:v>113.2568947</c:v>
              </c:pt>
              <c:pt idx="2">
                <c:v>113.894093</c:v>
              </c:pt>
              <c:pt idx="3">
                <c:v>114.2982586</c:v>
              </c:pt>
              <c:pt idx="4">
                <c:v>113.30360340000001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110.10204300000001</c:v>
              </c:pt>
              <c:pt idx="1">
                <c:v>112.7528231</c:v>
              </c:pt>
              <c:pt idx="2">
                <c:v>114.6845254</c:v>
              </c:pt>
              <c:pt idx="3">
                <c:v>115.2909265</c:v>
              </c:pt>
              <c:pt idx="4">
                <c:v>112.745173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110.10204300000001</c:v>
              </c:pt>
              <c:pt idx="1">
                <c:v>113.1711101</c:v>
              </c:pt>
              <c:pt idx="2">
                <c:v>114.8790271</c:v>
              </c:pt>
              <c:pt idx="3">
                <c:v>115.15850569999999</c:v>
              </c:pt>
              <c:pt idx="4">
                <c:v>113.2445644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110.3953946</c:v>
              </c:pt>
              <c:pt idx="1">
                <c:v>113.1711101</c:v>
              </c:pt>
              <c:pt idx="2">
                <c:v>114.66228969999999</c:v>
              </c:pt>
              <c:pt idx="3">
                <c:v>115.9387726</c:v>
              </c:pt>
              <c:pt idx="4">
                <c:v>113.54457950000001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110.3953946</c:v>
              </c:pt>
              <c:pt idx="1">
                <c:v>113.0802064</c:v>
              </c:pt>
              <c:pt idx="2">
                <c:v>115.0227589</c:v>
              </c:pt>
              <c:pt idx="3">
                <c:v>114.6075912</c:v>
              </c:pt>
              <c:pt idx="4">
                <c:v>112.81191779999999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0.3279660143</c:v>
              </c:pt>
              <c:pt idx="1">
                <c:v>0.8268584335000001</c:v>
              </c:pt>
              <c:pt idx="2">
                <c:v>4.817369377</c:v>
              </c:pt>
              <c:pt idx="3">
                <c:v>6.274462041</c:v>
              </c:pt>
              <c:pt idx="4">
                <c:v>6.511144345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0.3537017108</c:v>
              </c:pt>
              <c:pt idx="1">
                <c:v>0.880341835</c:v>
              </c:pt>
              <c:pt idx="2">
                <c:v>4.234027996</c:v>
              </c:pt>
              <c:pt idx="3">
                <c:v>5.68695116</c:v>
              </c:pt>
              <c:pt idx="4">
                <c:v>5.933634506000001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0.346478971</c:v>
              </c:pt>
              <c:pt idx="1">
                <c:v>0.8590071617</c:v>
              </c:pt>
              <c:pt idx="2">
                <c:v>4.250128654</c:v>
              </c:pt>
              <c:pt idx="3">
                <c:v>6.2419436699999995</c:v>
              </c:pt>
              <c:pt idx="4">
                <c:v>6.446392651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0.34959835559999997</c:v>
              </c:pt>
              <c:pt idx="1">
                <c:v>0.8890867090000001</c:v>
              </c:pt>
              <c:pt idx="2">
                <c:v>4.826159851000001</c:v>
              </c:pt>
              <c:pt idx="3">
                <c:v>5.946786755</c:v>
              </c:pt>
              <c:pt idx="4">
                <c:v>6.087984829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0.3578448198</c:v>
              </c:pt>
              <c:pt idx="1">
                <c:v>0.9814927410000001</c:v>
              </c:pt>
              <c:pt idx="2">
                <c:v>4.624581930000001</c:v>
              </c:pt>
              <c:pt idx="3">
                <c:v>5.983327419</c:v>
              </c:pt>
              <c:pt idx="4">
                <c:v>6.1419295080000005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.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2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5.733333333</c:v>
              </c:pt>
              <c:pt idx="1">
                <c:v>16.53333333</c:v>
              </c:pt>
              <c:pt idx="2">
                <c:v>26.53333333</c:v>
              </c:pt>
              <c:pt idx="3">
                <c:v>38</c:v>
              </c:pt>
              <c:pt idx="4">
                <c:v>42.8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5.333333333</c:v>
              </c:pt>
              <c:pt idx="1">
                <c:v>17.2</c:v>
              </c:pt>
              <c:pt idx="2">
                <c:v>25.6</c:v>
              </c:pt>
              <c:pt idx="3">
                <c:v>37.33333333</c:v>
              </c:pt>
              <c:pt idx="4">
                <c:v>43.33333333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5.6</c:v>
              </c:pt>
              <c:pt idx="1">
                <c:v>17.73333333</c:v>
              </c:pt>
              <c:pt idx="2">
                <c:v>24.26666667</c:v>
              </c:pt>
              <c:pt idx="3">
                <c:v>40.26666667</c:v>
              </c:pt>
              <c:pt idx="4">
                <c:v>42.13333333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5.333333333</c:v>
              </c:pt>
              <c:pt idx="1">
                <c:v>17.86666667</c:v>
              </c:pt>
              <c:pt idx="2">
                <c:v>25.6</c:v>
              </c:pt>
              <c:pt idx="3">
                <c:v>36</c:v>
              </c:pt>
              <c:pt idx="4">
                <c:v>37.6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5.466666667</c:v>
              </c:pt>
              <c:pt idx="1">
                <c:v>17.86666667</c:v>
              </c:pt>
              <c:pt idx="2">
                <c:v>31.46666667</c:v>
              </c:pt>
              <c:pt idx="3">
                <c:v>36.93333333</c:v>
              </c:pt>
              <c:pt idx="4">
                <c:v>34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0.4245319493</c:v>
              </c:pt>
              <c:pt idx="1">
                <c:v>0.2582677319</c:v>
              </c:pt>
              <c:pt idx="2">
                <c:v>0.1124951885</c:v>
              </c:pt>
              <c:pt idx="3">
                <c:v>0.09626657444</c:v>
              </c:pt>
              <c:pt idx="4">
                <c:v>0.1037929149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0.3930302089</c:v>
              </c:pt>
              <c:pt idx="1">
                <c:v>0.17323747639999998</c:v>
              </c:pt>
              <c:pt idx="2">
                <c:v>0.1175466854</c:v>
              </c:pt>
              <c:pt idx="3">
                <c:v>0.09906063286</c:v>
              </c:pt>
              <c:pt idx="4">
                <c:v>0.08757583798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0.3829045289</c:v>
              </c:pt>
              <c:pt idx="1">
                <c:v>0.2023130203</c:v>
              </c:pt>
              <c:pt idx="2">
                <c:v>0.09051677524</c:v>
              </c:pt>
              <c:pt idx="3">
                <c:v>0.09257347598</c:v>
              </c:pt>
              <c:pt idx="4">
                <c:v>0.08402445038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0.36733432979999997</c:v>
              </c:pt>
              <c:pt idx="1">
                <c:v>0.2074686172</c:v>
              </c:pt>
              <c:pt idx="2">
                <c:v>0.1094702376</c:v>
              </c:pt>
              <c:pt idx="3">
                <c:v>0.1023878585</c:v>
              </c:pt>
              <c:pt idx="4">
                <c:v>0.09047488568999999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0.5318520548</c:v>
              </c:pt>
              <c:pt idx="1">
                <c:v>0.2554290723</c:v>
              </c:pt>
              <c:pt idx="2">
                <c:v>0.11441798900000001</c:v>
              </c:pt>
              <c:pt idx="3">
                <c:v>0.12161539419999999</c:v>
              </c:pt>
              <c:pt idx="4">
                <c:v>0.06737545508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1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150.1394876</c:v>
              </c:pt>
              <c:pt idx="1">
                <c:v>141.1031207</c:v>
              </c:pt>
              <c:pt idx="2">
                <c:v>126.4066591</c:v>
              </c:pt>
              <c:pt idx="3">
                <c:v>126.9125777</c:v>
              </c:pt>
              <c:pt idx="4">
                <c:v>131.1375538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154.4846257</c:v>
              </c:pt>
              <c:pt idx="1">
                <c:v>133.51048920000002</c:v>
              </c:pt>
              <c:pt idx="2">
                <c:v>128.9396542</c:v>
              </c:pt>
              <c:pt idx="3">
                <c:v>124.10077150000001</c:v>
              </c:pt>
              <c:pt idx="4">
                <c:v>129.23392230000002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147.0349195</c:v>
              </c:pt>
              <c:pt idx="1">
                <c:v>133.98943160000002</c:v>
              </c:pt>
              <c:pt idx="2">
                <c:v>134.20343350000002</c:v>
              </c:pt>
              <c:pt idx="3">
                <c:v>124.2579583</c:v>
              </c:pt>
              <c:pt idx="4">
                <c:v>127.3668752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138.4075057</c:v>
              </c:pt>
              <c:pt idx="1">
                <c:v>135.99345780000002</c:v>
              </c:pt>
              <c:pt idx="2">
                <c:v>130.6470996</c:v>
              </c:pt>
              <c:pt idx="3">
                <c:v>125.2424377</c:v>
              </c:pt>
              <c:pt idx="4">
                <c:v>130.6147053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150.8964381</c:v>
              </c:pt>
              <c:pt idx="1">
                <c:v>131.8230877</c:v>
              </c:pt>
              <c:pt idx="2">
                <c:v>126.2806507</c:v>
              </c:pt>
              <c:pt idx="3">
                <c:v>127.1416814</c:v>
              </c:pt>
              <c:pt idx="4">
                <c:v>125.30997500000001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0.5852264975</c:v>
              </c:pt>
              <c:pt idx="1">
                <c:v>3.5068025179999998</c:v>
              </c:pt>
              <c:pt idx="2">
                <c:v>4.856759146</c:v>
              </c:pt>
              <c:pt idx="3">
                <c:v>6.01530672</c:v>
              </c:pt>
              <c:pt idx="4">
                <c:v>6.162857706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0.5583369109</c:v>
              </c:pt>
              <c:pt idx="1">
                <c:v>3.250698386</c:v>
              </c:pt>
              <c:pt idx="2">
                <c:v>5.039314082</c:v>
              </c:pt>
              <c:pt idx="3">
                <c:v>5.96875668</c:v>
              </c:pt>
              <c:pt idx="4">
                <c:v>6.092570348000001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0.6095560054</c:v>
              </c:pt>
              <c:pt idx="1">
                <c:v>3.202458346</c:v>
              </c:pt>
              <c:pt idx="2">
                <c:v>5.329823607000001</c:v>
              </c:pt>
              <c:pt idx="3">
                <c:v>6.226985741</c:v>
              </c:pt>
              <c:pt idx="4">
                <c:v>6.318082395999999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0.6054344676</c:v>
              </c:pt>
              <c:pt idx="1">
                <c:v>3.8824563079999996</c:v>
              </c:pt>
              <c:pt idx="2">
                <c:v>5.633160181999999</c:v>
              </c:pt>
              <c:pt idx="3">
                <c:v>6.109099411</c:v>
              </c:pt>
              <c:pt idx="4">
                <c:v>6.161118225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0.6280142541</c:v>
              </c:pt>
              <c:pt idx="1">
                <c:v>2.862654396</c:v>
              </c:pt>
              <c:pt idx="2">
                <c:v>4.969388379</c:v>
              </c:pt>
              <c:pt idx="3">
                <c:v>5.948426513</c:v>
              </c:pt>
              <c:pt idx="4">
                <c:v>6.042824099000001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.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6.933333333</c:v>
              </c:pt>
              <c:pt idx="1">
                <c:v>9.2</c:v>
              </c:pt>
              <c:pt idx="2">
                <c:v>13.73333333</c:v>
              </c:pt>
              <c:pt idx="3">
                <c:v>14.8</c:v>
              </c:pt>
              <c:pt idx="4">
                <c:v>14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6.933333333</c:v>
              </c:pt>
              <c:pt idx="1">
                <c:v>8.933333333</c:v>
              </c:pt>
              <c:pt idx="2">
                <c:v>14</c:v>
              </c:pt>
              <c:pt idx="3">
                <c:v>14.26666667</c:v>
              </c:pt>
              <c:pt idx="4">
                <c:v>13.6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6.933333333</c:v>
              </c:pt>
              <c:pt idx="1">
                <c:v>9.2</c:v>
              </c:pt>
              <c:pt idx="2">
                <c:v>14</c:v>
              </c:pt>
              <c:pt idx="3">
                <c:v>14.93333333</c:v>
              </c:pt>
              <c:pt idx="4">
                <c:v>13.86666667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6.933333333</c:v>
              </c:pt>
              <c:pt idx="1">
                <c:v>9.2</c:v>
              </c:pt>
              <c:pt idx="2">
                <c:v>13.46666667</c:v>
              </c:pt>
              <c:pt idx="3">
                <c:v>15.2</c:v>
              </c:pt>
              <c:pt idx="4">
                <c:v>14.13333333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22.8</c:v>
              </c:pt>
              <c:pt idx="1">
                <c:v>36</c:v>
              </c:pt>
              <c:pt idx="2">
                <c:v>33.6</c:v>
              </c:pt>
              <c:pt idx="3">
                <c:v>28.4</c:v>
              </c:pt>
              <c:pt idx="4">
                <c:v>20.4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0.004171555801</c:v>
              </c:pt>
              <c:pt idx="1">
                <c:v>0.00447991078</c:v>
              </c:pt>
              <c:pt idx="2">
                <c:v>0.005885606508</c:v>
              </c:pt>
              <c:pt idx="3">
                <c:v>0.0076606897839999995</c:v>
              </c:pt>
              <c:pt idx="4">
                <c:v>0.008384935011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0.004168070213</c:v>
              </c:pt>
              <c:pt idx="1">
                <c:v>0.0043786255829999995</c:v>
              </c:pt>
              <c:pt idx="2">
                <c:v>0.006639454995</c:v>
              </c:pt>
              <c:pt idx="3">
                <c:v>0.007047941356</c:v>
              </c:pt>
              <c:pt idx="4">
                <c:v>0.006841482728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0.0041703311520000005</c:v>
              </c:pt>
              <c:pt idx="1">
                <c:v>0.004477032111</c:v>
              </c:pt>
              <c:pt idx="2">
                <c:v>0.005955895925</c:v>
              </c:pt>
              <c:pt idx="3">
                <c:v>0.0075620688410000005</c:v>
              </c:pt>
              <c:pt idx="4">
                <c:v>0.006872651045999999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0.0041676268030000005</c:v>
              </c:pt>
              <c:pt idx="1">
                <c:v>0.004475825315</c:v>
              </c:pt>
              <c:pt idx="2">
                <c:v>0.005818980841</c:v>
              </c:pt>
              <c:pt idx="3">
                <c:v>0.007577564171</c:v>
              </c:pt>
              <c:pt idx="4">
                <c:v>0.006935897092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0.020527074290000002</c:v>
              </c:pt>
              <c:pt idx="1">
                <c:v>0.03376533929</c:v>
              </c:pt>
              <c:pt idx="2">
                <c:v>0.03308705706</c:v>
              </c:pt>
              <c:pt idx="3">
                <c:v>0.03064138852</c:v>
              </c:pt>
              <c:pt idx="4">
                <c:v>0.02242240031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0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142.2362986</c:v>
              </c:pt>
              <c:pt idx="1">
                <c:v>165.0443347</c:v>
              </c:pt>
              <c:pt idx="2">
                <c:v>173.29112659999998</c:v>
              </c:pt>
              <c:pt idx="3">
                <c:v>177.9655764</c:v>
              </c:pt>
              <c:pt idx="4">
                <c:v>201.5921606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142.2362986</c:v>
              </c:pt>
              <c:pt idx="1">
                <c:v>163.2666199</c:v>
              </c:pt>
              <c:pt idx="2">
                <c:v>169.7917815</c:v>
              </c:pt>
              <c:pt idx="3">
                <c:v>183.69535939999997</c:v>
              </c:pt>
              <c:pt idx="4">
                <c:v>210.073908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142.2362986</c:v>
              </c:pt>
              <c:pt idx="1">
                <c:v>164.2253413</c:v>
              </c:pt>
              <c:pt idx="2">
                <c:v>171.83043650000002</c:v>
              </c:pt>
              <c:pt idx="3">
                <c:v>180.3709816</c:v>
              </c:pt>
              <c:pt idx="4">
                <c:v>210.2822917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142.2362986</c:v>
              </c:pt>
              <c:pt idx="1">
                <c:v>165.0443347</c:v>
              </c:pt>
              <c:pt idx="2">
                <c:v>173.7180481</c:v>
              </c:pt>
              <c:pt idx="3">
                <c:v>176.64372</c:v>
              </c:pt>
              <c:pt idx="4">
                <c:v>204.1818593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159.9984071</c:v>
              </c:pt>
              <c:pt idx="1">
                <c:v>230.16252780000002</c:v>
              </c:pt>
              <c:pt idx="2">
                <c:v>300.3132441</c:v>
              </c:pt>
              <c:pt idx="3">
                <c:v>340.6413516</c:v>
              </c:pt>
              <c:pt idx="4">
                <c:v>494.99938890000004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87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2.110795799</c:v>
              </c:pt>
              <c:pt idx="1">
                <c:v>6.676515817</c:v>
              </c:pt>
              <c:pt idx="2">
                <c:v>7.974396701</c:v>
              </c:pt>
              <c:pt idx="3">
                <c:v>8.847358853</c:v>
              </c:pt>
              <c:pt idx="4">
                <c:v>8.934655069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2.6482965039999997</c:v>
              </c:pt>
              <c:pt idx="1">
                <c:v>7.313891724</c:v>
              </c:pt>
              <c:pt idx="2">
                <c:v>9.287585281</c:v>
              </c:pt>
              <c:pt idx="3">
                <c:v>9.5832405</c:v>
              </c:pt>
              <c:pt idx="4">
                <c:v>9.612806022000001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2.172724564</c:v>
              </c:pt>
              <c:pt idx="1">
                <c:v>7.462072515</c:v>
              </c:pt>
              <c:pt idx="2">
                <c:v>10.30900586</c:v>
              </c:pt>
              <c:pt idx="3">
                <c:v>10.52634446</c:v>
              </c:pt>
              <c:pt idx="4">
                <c:v>10.54807832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2.1405281329999997</c:v>
              </c:pt>
              <c:pt idx="1">
                <c:v>7.299063545</c:v>
              </c:pt>
              <c:pt idx="2">
                <c:v>9.84949539</c:v>
              </c:pt>
              <c:pt idx="3">
                <c:v>10.3591429</c:v>
              </c:pt>
              <c:pt idx="4">
                <c:v>10.41010765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0.5677291113</c:v>
              </c:pt>
              <c:pt idx="1">
                <c:v>2.933220701</c:v>
              </c:pt>
              <c:pt idx="2">
                <c:v>3.21682356</c:v>
              </c:pt>
              <c:pt idx="3">
                <c:v>3.2246357039999998</c:v>
              </c:pt>
              <c:pt idx="4">
                <c:v>3.225416918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0.1333333333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0.9333333333</c:v>
              </c:pt>
              <c:pt idx="1">
                <c:v>3.866666667</c:v>
              </c:pt>
              <c:pt idx="2">
                <c:v>7.333333333</c:v>
              </c:pt>
              <c:pt idx="3">
                <c:v>7.733333333</c:v>
              </c:pt>
              <c:pt idx="4">
                <c:v>8.133333333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Agent 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2.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0.6187286853</c:v>
              </c:pt>
              <c:pt idx="1">
                <c:v>0.3711499506</c:v>
              </c:pt>
              <c:pt idx="2">
                <c:v>0.17920640650000003</c:v>
              </c:pt>
              <c:pt idx="3">
                <c:v>0.1149428964</c:v>
              </c:pt>
              <c:pt idx="4">
                <c:v>0.06121364362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0.4929488065</c:v>
              </c:pt>
              <c:pt idx="1">
                <c:v>0.2855492122</c:v>
              </c:pt>
              <c:pt idx="2">
                <c:v>0.1206163365</c:v>
              </c:pt>
              <c:pt idx="3">
                <c:v>0.09058872977</c:v>
              </c:pt>
              <c:pt idx="4">
                <c:v>0.0660240602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0.4787018922</c:v>
              </c:pt>
              <c:pt idx="1">
                <c:v>0.28932514730000003</c:v>
              </c:pt>
              <c:pt idx="2">
                <c:v>0.1162647679</c:v>
              </c:pt>
              <c:pt idx="3">
                <c:v>0.09679592477</c:v>
              </c:pt>
              <c:pt idx="4">
                <c:v>0.06460246675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0.4935179082</c:v>
              </c:pt>
              <c:pt idx="1">
                <c:v>0.2852397436</c:v>
              </c:pt>
              <c:pt idx="2">
                <c:v>0.1080139691</c:v>
              </c:pt>
              <c:pt idx="3">
                <c:v>0.08601877729</c:v>
              </c:pt>
              <c:pt idx="4">
                <c:v>0.06685382113999999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0.0</c:formatCode>
              <c:ptCount val="5"/>
              <c:pt idx="0">
                <c:v>0.3703734652</c:v>
              </c:pt>
              <c:pt idx="1">
                <c:v>0.08252737081</c:v>
              </c:pt>
              <c:pt idx="2">
                <c:v>0.022428779689999997</c:v>
              </c:pt>
              <c:pt idx="3">
                <c:v>0.020171486420000002</c:v>
              </c:pt>
              <c:pt idx="4">
                <c:v>0.01905985211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Txn Throughput (ktps)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187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3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136.3513333</c:v>
              </c:pt>
              <c:pt idx="1">
                <c:v>221.9658817</c:v>
              </c:pt>
              <c:pt idx="2">
                <c:v>256.1335845</c:v>
              </c:pt>
              <c:pt idx="3">
                <c:v>265.6723787</c:v>
              </c:pt>
              <c:pt idx="4">
                <c:v>260.00873060000004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136.3513333</c:v>
              </c:pt>
              <c:pt idx="1">
                <c:v>221.9658817</c:v>
              </c:pt>
              <c:pt idx="2">
                <c:v>256.1335845</c:v>
              </c:pt>
              <c:pt idx="3">
                <c:v>261.85245860000003</c:v>
              </c:pt>
              <c:pt idx="4">
                <c:v>268.0052656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136.3513333</c:v>
              </c:pt>
              <c:pt idx="1">
                <c:v>221.9658817</c:v>
              </c:pt>
              <c:pt idx="2">
                <c:v>256.1335845</c:v>
              </c:pt>
              <c:pt idx="3">
                <c:v>261.85245860000003</c:v>
              </c:pt>
              <c:pt idx="4">
                <c:v>264.1971328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136.3513333</c:v>
              </c:pt>
              <c:pt idx="1">
                <c:v>221.9658817</c:v>
              </c:pt>
              <c:pt idx="2">
                <c:v>256.1335845</c:v>
              </c:pt>
              <c:pt idx="3">
                <c:v>262.9853728</c:v>
              </c:pt>
              <c:pt idx="4">
                <c:v>263.39995899999997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0</c:formatCode>
              <c:ptCount val="5"/>
              <c:pt idx="0">
                <c:v>114.5980318</c:v>
              </c:pt>
              <c:pt idx="1">
                <c:v>182.3070073</c:v>
              </c:pt>
              <c:pt idx="2">
                <c:v>190.79317559999998</c:v>
              </c:pt>
              <c:pt idx="3">
                <c:v>214.578348</c:v>
              </c:pt>
              <c:pt idx="4">
                <c:v>212.5494446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Avg Tokens (k)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charts/chart4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20003">
              <a:solidFill>
                <a:srgbClr val="4C8CCF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4.904375003</c:v>
              </c:pt>
              <c:pt idx="1">
                <c:v>7.921322984000001</c:v>
              </c:pt>
              <c:pt idx="2">
                <c:v>9.515020082</c:v>
              </c:pt>
              <c:pt idx="3">
                <c:v>9.873752247</c:v>
              </c:pt>
              <c:pt idx="4">
                <c:v>9.909625464000001</c:v>
              </c:pt>
            </c:numLit>
          </c:val>
        </c:ser>
        <c:ser>
          <c:idx val="1"/>
          <c:order val="1"/>
          <c:tx>
            <c:v>Polaris</c:v>
          </c:tx>
          <c:spPr>
            <a:ln xmlns:a="http://schemas.openxmlformats.org/drawingml/2006/main" w="20003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4.956051212999999</c:v>
              </c:pt>
              <c:pt idx="1">
                <c:v>8.210040775</c:v>
              </c:pt>
              <c:pt idx="2">
                <c:v>9.203423086</c:v>
              </c:pt>
              <c:pt idx="3">
                <c:v>9.484308128</c:v>
              </c:pt>
              <c:pt idx="4">
                <c:v>9.512396632</c:v>
              </c:pt>
            </c:numLit>
          </c:val>
        </c:ser>
        <c:ser>
          <c:idx val="2"/>
          <c:order val="2"/>
          <c:tx>
            <c:v>Silo</c:v>
          </c:tx>
          <c:spPr>
            <a:ln xmlns:a="http://schemas.openxmlformats.org/drawingml/2006/main" w="20003">
              <a:solidFill>
                <a:srgbClr val="E6A700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4.813707963</c:v>
              </c:pt>
              <c:pt idx="1">
                <c:v>8.601662189</c:v>
              </c:pt>
              <c:pt idx="2">
                <c:v>9.906981911</c:v>
              </c:pt>
              <c:pt idx="3">
                <c:v>10.181206490000001</c:v>
              </c:pt>
              <c:pt idx="4">
                <c:v>10.20862895</c:v>
              </c:pt>
            </c:numLit>
          </c:val>
        </c:ser>
        <c:ser>
          <c:idx val="3"/>
          <c:order val="3"/>
          <c:tx>
            <c:v>2PL-wait-die</c:v>
          </c:tx>
          <c:spPr>
            <a:ln xmlns:a="http://schemas.openxmlformats.org/drawingml/2006/main" w="20003">
              <a:solidFill>
                <a:srgbClr val="9B7BB5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4.821792029999999</c:v>
              </c:pt>
              <c:pt idx="1">
                <c:v>7.683636684</c:v>
              </c:pt>
              <c:pt idx="2">
                <c:v>8.838491112</c:v>
              </c:pt>
              <c:pt idx="3">
                <c:v>9.165000497000001</c:v>
              </c:pt>
              <c:pt idx="4">
                <c:v>9.197651436</c:v>
              </c:pt>
            </c:numLit>
          </c:val>
        </c:ser>
        <c:ser>
          <c:idx val="4"/>
          <c:order val="4"/>
          <c:tx>
            <c:v>ATCC</c:v>
          </c:tx>
          <c:spPr>
            <a:ln xmlns:a="http://schemas.openxmlformats.org/drawingml/2006/main" w="30480">
              <a:solidFill>
                <a:srgbClr val="E41A1C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  <c:pt idx="4">
                <c:v>p9999</c:v>
              </c:pt>
            </c:strLit>
          </c:cat>
          <c:val>
            <c:numLit>
              <c:formatCode>0.0</c:formatCode>
              <c:ptCount val="5"/>
              <c:pt idx="0">
                <c:v>2.680948802</c:v>
              </c:pt>
              <c:pt idx="1">
                <c:v>6.6066304449999995</c:v>
              </c:pt>
              <c:pt idx="2">
                <c:v>8.612666871</c:v>
              </c:pt>
              <c:pt idx="3">
                <c:v>9.111451588</c:v>
              </c:pt>
              <c:pt idx="4">
                <c:v>9.161330060000001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Tail percentile, 40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Latency (s)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11430">
            <a:solidFill>
              <a:srgbClr val="00000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000000"/>
          </a:solidFill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13335">
      <a:solidFill>
        <a:srgbClr val="00000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21EC0729-1036-42CA-8186-19D5F430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AFCB9-49D9-447B-9431-30B3B2E0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DA085-AFE8-470B-BBFA-6F5E526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718B1-8EB3-4238-A113-042B8376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25C3-AC94-4B95-A243-03A67A33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CDE73-C8F9-4DA1-A100-13665991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2df8c69c0646a0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736ca1c2f04b9e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6d524909db4cff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e3ae3a36104ca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E17AF-FBFC-4E9E-9404-0A68004F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7080D-1E70-4B6C-944C-E6891C2F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8FD1E-038D-460B-ABAD-E2BEE3AB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13423-5C40-4B35-91AF-7DE21120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8A108-C590-4C1E-BDB4-B74D0E9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1: Results when varying the number of clients (YCSB Low-Contention, Agent ratio 1.0).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03603-878B-4F0D-8E8C-BE6FF5D7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18884016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23C32A6A-E594-4C48-A93F-D647B0F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2AF04-2D33-4F04-8355-05D0387F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70EB1-7019-481B-BF38-88F89A97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F0479-D0C4-4D7F-B1AA-A14A0EF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F96D0-58AE-4708-B93C-12CC5267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DECC7-5E97-42FC-9820-C24EF9B6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4bab59be774c22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2bda3331d349b5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2ac9dd6f94932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51ea8853f540d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BCFB5-DE50-4195-9264-D483F17E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42C06-27FC-49A3-8D46-FF16A7C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2925C-76E6-43CC-AD98-16741EF6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0B1B6-D820-4AB2-AA66-2F42061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A6CF1-FA3B-4200-ABC0-8570544C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2: Results when varying the number of clients (YCSB Low-Contention, Agent ratio 0.8).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FED18-2FD0-449D-8827-E3078642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1798991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19782F8C-1409-4A49-B81B-0A324682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07409-BD50-4474-8282-5721A2B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5ADB8-500E-48DB-889F-02D20F1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16726-32DC-4AD2-8CCC-FB64C6B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46A01-8D40-45A4-BCA9-FB290181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3670B-E1C6-440D-8DDF-7E70BC0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350d4f59434ccc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708b841f9f4cc1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b29e95e43e490c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a1133e83d04cb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52218-5CB8-49CE-AFEC-8F63A5ED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339D7-4E1D-40AA-920C-C6F38C0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7E54F-13B6-49DE-B0F3-B82E3151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9516C-0C16-4871-BF1F-7E3F7CF6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C98BD-FD5E-4515-B647-E2DA0D2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3: Results when varying the number of clients (YCSB Medium-Contention, Agent ratio 1.0).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7BD6F-796A-439F-9EA7-A0C60AC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530492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FCBFDF90-DA13-4428-A380-0EDD7C7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CE8C0-911F-4F30-8678-A57EB438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32D3-ED7C-49AB-86B7-342D1BEE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CBDC4-8A8C-4C7E-B9B6-B0D60F7B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8042D-EF93-4B06-8831-79C21C2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2FE37-08D9-406E-BB03-872DE9FC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b466e259b749e9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dd0891b84e4ed7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f559dfbd5c46dd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a6c23b2c5341e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91511-8863-41E6-95FA-35920612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D0888-9704-49CB-9F1E-CB9F2107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8CC8B-CA2B-4241-B43A-AC4B94D2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1935A-81BD-42B1-9168-7153BAB6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D112-DD11-4232-930B-71C2D278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4: Results when varying the number of clients (YCSB Medium-Contention, Agent ratio 0.8).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3719F-0FB2-4DF9-8D51-DE76937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107536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C425B859-A0CB-46B3-883F-2984C6D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6F74A-ECF1-4030-AF27-15B565E4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F697F-5345-4D83-BBCB-5D8FCADF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66E8E-63E2-4C9E-ABC5-B8CACBEC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611E7-B3E2-4136-A5B3-737634AA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D5BCA-F80D-4F99-91FC-CF1C288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4373a1fbdd4a15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ec405ac1c04867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bf6a9e14834da7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3fc01dcaab4c8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F79E3-8C7B-489C-A498-89E28F82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A515F-3547-4C59-8303-5196CFC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5C879-9BCF-441B-AB40-10F9864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19FE7-DA76-4B78-ADD7-D1E6AD2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F5666-F7E4-4EB4-A098-C2750ED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5: Results when varying the number of clients (YCSB High-Contention, Agent ratio 1.0).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06675-524A-412C-8374-A72FA455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705263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A65655DA-00B9-445C-9928-C90DD4B0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FB838-B9B0-4001-A5B0-7B93CCF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FAFFC-ED47-4DCC-A678-3F7F3DE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DFCAB-54CB-4801-AB88-93B4CBA1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312CF-DE52-43F5-BC34-5215D0F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04F00-B2A3-4C64-8A98-7E1F6618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35ffb002ed49f8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978d5a20cd4a20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ae7d420edc42f0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d7ccbfacc44b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1ADDB-68C7-4F8A-8226-D1DF5B5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E94B8-0B83-4AB4-AF76-1360EDA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68ADF-0870-49B8-BB9F-A8709FCB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DDB61-58D8-47E1-B526-0FEFB3D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C372E-AFDF-4AE3-8286-0FEDDF8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6: Results when varying the number of clients (YCSB High-Contention, Agent ratio 0.8).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AC965-4FAA-40B3-81C7-09167164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Baselines are 3-seed means; ATCC formal_mean overrides include 1-seed points as recorded in the CSV.</a:t>
            </a:r>
          </a:p>
        </p:txBody>
      </p:sp>
    </p:spTree>
    <p:extLst>
      <p:ext uri="{BB962C8B-B14F-4D97-AF65-F5344CB8AC3E}">
        <p14:creationId xmlns:p14="http://schemas.microsoft.com/office/powerpoint/2010/main" val="1132433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015CF3B8-F1F1-4FED-9EBE-452ABD5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BAC2E-4C8B-4FD1-8ED2-82C3F355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03602-0AE8-45A3-95A4-335525B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06A14-5FB5-4D76-B6AE-CB54617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75F24-64B0-4C37-B202-83BCA972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B8C68-6C02-41C1-B597-A3B3662A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9c5b9af02e42e0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bcbfa9c55a4da5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a34e39f1144b0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1b72f956f14e4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CEA51-B284-4B23-8644-8FBFC52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4DB83-D0E8-46E7-9505-4234D07D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7BE29-44BF-43BE-8B23-9E58A78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48F5A-2C06-498E-94DC-C9F7C89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A04C1-9E3D-4E76-AE4D-D5DA579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7: Results when varying the number of clients (TPC-C Low-Contention (100 warehouses), Agent ratio 1.0).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F9141-39F7-4C4A-A03B-AE9AD72B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1501815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F6AEB258-DFC0-40A1-8CE6-8429229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318DB-C807-4401-883F-EA5193B8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BF30-7D89-4607-A5F0-3D55392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EB7E9-AE2A-4348-95AD-C05747A0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F4DCC-31B2-40F7-B069-97089410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06C60-102A-415D-8F99-75FC60F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197103ac04f4d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41105d07bf4f5b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09323642c54c0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7940933822457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5A8A7-6588-4B43-A9CA-F7A522A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9ACD4-80E2-4972-8E52-D70630D6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35A78-0F08-4EE2-A4AF-5F520E6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2FB45-44E3-4061-B7D9-E0B1B87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431FB-93B2-442A-AD90-92FFF50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8: Results when varying the number of clients (TPC-C Low-Contention (100 warehouses), Agent ratio 0.8).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6C868-1B3B-4E53-BB05-ACB9795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487541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62D0F79F-130D-49BD-B275-DCDE2B5E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B85B2-A5EC-4BEE-91D1-CCADC41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8EA48-585D-4150-87FB-920E1F8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B2191-67C8-4E06-B214-422FF81E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AFA9F-DC38-4476-B51D-FCCCE0B6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0C0D9-F718-4A95-8F1A-52FD867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7d49e9db194880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0da5f1ffa84996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2cfb64f2f049a3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be5cc34c594e0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32E5C-C344-4635-95B2-3F93847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FC0C9-90EE-4852-9BE4-E18E5099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24BDA-05F7-4441-968F-7E5612D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1CED0-3CC2-43A2-8159-DBDD58A6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285F7-F8C1-42FB-B7C2-1B4A4670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9: Results when varying the number of clients (TPC-C High-Contention (1 warehouse), Agent ratio 1.0).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75C93-BA42-47DB-AC31-03367D8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Baselines are 3-seed means; ATCC formal_mean overrides include 1-seed points as recorded in the CSV.</a:t>
            </a:r>
          </a:p>
        </p:txBody>
      </p:sp>
    </p:spTree>
    <p:extLst>
      <p:ext uri="{BB962C8B-B14F-4D97-AF65-F5344CB8AC3E}">
        <p14:creationId xmlns:p14="http://schemas.microsoft.com/office/powerpoint/2010/main" val="20021694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hite-slide-background">
            <a:extLst xmlns:a="http://schemas.openxmlformats.org/drawingml/2006/main">
              <a:ext uri="{FF2B5EF4-FFF2-40B4-BE49-F238E27FC236}">
                <a16:creationId xmlns:a16="http://schemas.microsoft.com/office/drawing/2014/main" id="{F551FA34-C8EB-4E75-8CAD-80425740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7A45-C4F9-4881-B325-EB7D8F4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23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CCF"/>
                </a:solidFill>
              </a:defRPr>
            </a:pPr>
            <a:r>
              <a:rPr sz="1350" b="0">
                <a:solidFill>
                  <a:srgbClr val="4C8CCF"/>
                </a:solidFill>
              </a:rPr>
              <a:t>▲ OCC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4DA4-130B-493A-8465-0488EF1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1238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A14F"/>
                </a:solidFill>
              </a:defRPr>
            </a:pPr>
            <a:r>
              <a:rPr sz="1350" b="0">
                <a:solidFill>
                  <a:srgbClr val="59A14F"/>
                </a:solidFill>
              </a:rPr>
              <a:t>■ Polaris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B0BF9-B53D-4603-8D68-0111B91B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1238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A700"/>
                </a:solidFill>
              </a:defRPr>
            </a:pPr>
            <a:r>
              <a:rPr sz="1350" b="0">
                <a:solidFill>
                  <a:srgbClr val="E6A700"/>
                </a:solidFill>
              </a:rPr>
              <a:t>× Silo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5F0DA-EF1C-407F-8A66-237C966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1238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7BB5"/>
                </a:solidFill>
              </a:defRPr>
            </a:pPr>
            <a:r>
              <a:rPr sz="1350" b="0">
                <a:solidFill>
                  <a:srgbClr val="9B7BB5"/>
                </a:solidFill>
              </a:rPr>
              <a:t>■ 2PL-wait-die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CA096-58C1-4402-9278-ACCF0ECC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3" y="1238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1A1C"/>
                </a:solidFill>
              </a:defRPr>
            </a:pPr>
            <a:r>
              <a:rPr sz="1350" b="1">
                <a:solidFill>
                  <a:srgbClr val="E41A1C"/>
                </a:solidFill>
              </a:rPr>
              <a:t>● ATCC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4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dc4286cb8640de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29350" y="457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47497cd23f4369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14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a61f72e04b4292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229350" y="3124200"/>
          <a:ext xmlns:a="http://schemas.openxmlformats.org/drawingml/2006/main" cx="53911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575745488413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19EDF-AD0A-43C8-AB56-8513C39C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(a) Agent transaction throughput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7D61A-E50D-4AE7-88E8-40F873A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(b) Transaction 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8A862-961C-45FD-ACE3-141C621C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(c) Average token per agent txn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05534-A646-4CC8-B794-5362149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000000"/>
                </a:solidFill>
              </a:defRPr>
            </a:pPr>
            <a:r>
              <a:rPr sz="1350">
                <a:solidFill>
                  <a:srgbClr val="000000"/>
                </a:solidFill>
              </a:rPr>
              <a:t>(d) Latency distribution at 40 clients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04FA1-3CDA-4637-9981-25727C8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Figure 10: Results when varying the number of clients (TPC-C High-Contention (1 warehouse), Agent ratio 0.8).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A73D0-EED9-4A5B-8B0C-1329F61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0080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444444"/>
                </a:solidFill>
              </a:defRPr>
            </a:pPr>
            <a:r>
              <a:rPr sz="900">
                <a:solidFill>
                  <a:srgbClr val="444444"/>
                </a:solidFill>
              </a:rPr>
              <a:t>Source: final paper_summary.csv. Values are 3-seed means. Transaction throughput uses bottom transaction commit TPS.</a:t>
            </a:r>
          </a:p>
        </p:txBody>
      </p:sp>
    </p:spTree>
    <p:extLst>
      <p:ext uri="{BB962C8B-B14F-4D97-AF65-F5344CB8AC3E}">
        <p14:creationId xmlns:p14="http://schemas.microsoft.com/office/powerpoint/2010/main" val="1160339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2026-07-16T05:02:39.6390000Z</dcterms:created>
  <dcterms:modified xsi:type="dcterms:W3CDTF">2026-07-16T05:02:39.6390000Z</dcterms:modified>
</coreProperties>
</file>