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61bd8f3934b02" /><Relationship Type="http://schemas.openxmlformats.org/officeDocument/2006/relationships/extended-properties" Target="/docProps/app.xml" Id="R2f548da2c8e64e08" /><Relationship Type="http://schemas.openxmlformats.org/officeDocument/2006/relationships/officeDocument" Target="/ppt/presentation.xml" Id="Ra5e57a1ad87946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c2e35e58cd4d63"/>
  </p:sldMasterIdLst>
  <p:notesMasterIdLst>
    <p:notesMasterId xmlns:r="http://schemas.openxmlformats.org/officeDocument/2006/relationships" r:id="R82da63cdbbfe48fd"/>
  </p:notesMasterIdLst>
  <p:sldIdLst>
    <p:sldId xmlns:r="http://schemas.openxmlformats.org/officeDocument/2006/relationships" id="256" r:id="R55534a53cc6041cf"/>
    <p:sldId xmlns:r="http://schemas.openxmlformats.org/officeDocument/2006/relationships" id="257" r:id="Rc34ef57a2b874fae"/>
    <p:sldId xmlns:r="http://schemas.openxmlformats.org/officeDocument/2006/relationships" id="258" r:id="R8586928940bf42ca"/>
    <p:sldId xmlns:r="http://schemas.openxmlformats.org/officeDocument/2006/relationships" id="259" r:id="Re2d57a3b6ccb449a"/>
    <p:sldId xmlns:r="http://schemas.openxmlformats.org/officeDocument/2006/relationships" id="260" r:id="R4917c19c5f534c7d"/>
    <p:sldId xmlns:r="http://schemas.openxmlformats.org/officeDocument/2006/relationships" id="261" r:id="R6d8021c9f90647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96153d1ba74e4a" /><Relationship Type="http://schemas.openxmlformats.org/officeDocument/2006/relationships/slideMaster" Target="/ppt/slideMasters/slideMaster1.xml" Id="R89c2e35e58cd4d63" /><Relationship Type="http://schemas.openxmlformats.org/officeDocument/2006/relationships/notesMaster" Target="/ppt/notesMasters/notesMaster1.xml" Id="R82da63cdbbfe48fd" /><Relationship Type="http://schemas.openxmlformats.org/officeDocument/2006/relationships/presProps" Target="/ppt/presProps.xml" Id="R2dbb6df622f84be8" /><Relationship Type="http://schemas.openxmlformats.org/officeDocument/2006/relationships/tableStyles" Target="/ppt/tableStyles.xml" Id="Rb0dfe6041d4646cb" /><Relationship Type="http://schemas.openxmlformats.org/officeDocument/2006/relationships/slide" Target="/ppt/slides/slide1.xml" Id="R55534a53cc6041cf" /><Relationship Type="http://schemas.openxmlformats.org/officeDocument/2006/relationships/slide" Target="/ppt/slides/slide2.xml" Id="Rc34ef57a2b874fae" /><Relationship Type="http://schemas.openxmlformats.org/officeDocument/2006/relationships/slide" Target="/ppt/slides/slide3.xml" Id="R8586928940bf42ca" /><Relationship Type="http://schemas.openxmlformats.org/officeDocument/2006/relationships/slide" Target="/ppt/slides/slide4.xml" Id="Re2d57a3b6ccb449a" /><Relationship Type="http://schemas.openxmlformats.org/officeDocument/2006/relationships/slide" Target="/ppt/slides/slide5.xml" Id="R4917c19c5f534c7d" /><Relationship Type="http://schemas.openxmlformats.org/officeDocument/2006/relationships/slide" Target="/ppt/slides/slide6.xml" Id="R6d8021c9f90647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b4c3a0624c46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39fbad3a3e48d5" /><Relationship Type="http://schemas.openxmlformats.org/officeDocument/2006/relationships/notesMaster" Target="/ppt/notesMasters/notesMaster1.xml" Id="R4d2b0d8727b044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55f6f1d984880" /><Relationship Type="http://schemas.openxmlformats.org/officeDocument/2006/relationships/notesMaster" Target="/ppt/notesMasters/notesMaster1.xml" Id="R63c6a08c59e0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ca363b710c4722" /><Relationship Type="http://schemas.openxmlformats.org/officeDocument/2006/relationships/notesMaster" Target="/ppt/notesMasters/notesMaster1.xml" Id="Rebe9fd3051d547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daa54b7cf04843" /><Relationship Type="http://schemas.openxmlformats.org/officeDocument/2006/relationships/notesMaster" Target="/ppt/notesMasters/notesMaster1.xml" Id="R15f73adf4ad7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593f975eed4de5" /><Relationship Type="http://schemas.openxmlformats.org/officeDocument/2006/relationships/notesMaster" Target="/ppt/notesMasters/notesMaster1.xml" Id="R7ee3c722fa4043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95946e77b341b9" /><Relationship Type="http://schemas.openxmlformats.org/officeDocument/2006/relationships/notesMaster" Target="/ppt/notesMasters/notesMaster1.xml" Id="R313f6783d4094d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1fa9e302e40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cf7bd99ac84a82" /><Relationship Type="http://schemas.openxmlformats.org/officeDocument/2006/relationships/slideLayout" Target="/ppt/slideLayouts/slideLayout1.xml" Id="R1fedf4c801fa47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df4c801fa47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e62fe576a449b" /><Relationship Type="http://schemas.openxmlformats.org/officeDocument/2006/relationships/chart" Target="/ppt/slides/charts/chart1.xml" Id="Rf09fb52d0999463e" /><Relationship Type="http://schemas.openxmlformats.org/officeDocument/2006/relationships/chart" Target="/ppt/slides/charts/chart2.xml" Id="Re0d801f8cfd843c6" /><Relationship Type="http://schemas.openxmlformats.org/officeDocument/2006/relationships/chart" Target="/ppt/slides/charts/chart3.xml" Id="Re1e392eb94bd4ecd" /><Relationship Type="http://schemas.openxmlformats.org/officeDocument/2006/relationships/chart" Target="/ppt/slides/charts/chart4.xml" Id="R4bbff251793548fc" /><Relationship Type="http://schemas.openxmlformats.org/officeDocument/2006/relationships/notesSlide" Target="/ppt/notesSlides/notesSlide1.xml" Id="R2cfb5dddcd7f4e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95c1832ac475d" /><Relationship Type="http://schemas.openxmlformats.org/officeDocument/2006/relationships/chart" Target="/ppt/slides/charts/chart5.xml" Id="R8967140f4a544eb4" /><Relationship Type="http://schemas.openxmlformats.org/officeDocument/2006/relationships/chart" Target="/ppt/slides/charts/chart6.xml" Id="R8c86c72a5d9d47a2" /><Relationship Type="http://schemas.openxmlformats.org/officeDocument/2006/relationships/chart" Target="/ppt/slides/charts/chart7.xml" Id="Rbe3d1451c5334acb" /><Relationship Type="http://schemas.openxmlformats.org/officeDocument/2006/relationships/chart" Target="/ppt/slides/charts/chart8.xml" Id="R79dee46c416f41b5" /><Relationship Type="http://schemas.openxmlformats.org/officeDocument/2006/relationships/notesSlide" Target="/ppt/notesSlides/notesSlide2.xml" Id="R20acc1a2a60941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fdcef0a04be3" /><Relationship Type="http://schemas.openxmlformats.org/officeDocument/2006/relationships/chart" Target="/ppt/slides/charts/chart9.xml" Id="Rcc1769a0f25041d7" /><Relationship Type="http://schemas.openxmlformats.org/officeDocument/2006/relationships/chart" Target="/ppt/slides/charts/chart10.xml" Id="R3c648a7734c24183" /><Relationship Type="http://schemas.openxmlformats.org/officeDocument/2006/relationships/chart" Target="/ppt/slides/charts/chart11.xml" Id="R4bd32ec3639d4b7f" /><Relationship Type="http://schemas.openxmlformats.org/officeDocument/2006/relationships/chart" Target="/ppt/slides/charts/chart12.xml" Id="Rd11c48f0a12a4b67" /><Relationship Type="http://schemas.openxmlformats.org/officeDocument/2006/relationships/notesSlide" Target="/ppt/notesSlides/notesSlide3.xml" Id="R28d8552cab18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fc243cf0b4a3f" /><Relationship Type="http://schemas.openxmlformats.org/officeDocument/2006/relationships/chart" Target="/ppt/slides/charts/chart13.xml" Id="R2ebb6cdf58344b15" /><Relationship Type="http://schemas.openxmlformats.org/officeDocument/2006/relationships/chart" Target="/ppt/slides/charts/chart14.xml" Id="R2f7d20be84ec4a18" /><Relationship Type="http://schemas.openxmlformats.org/officeDocument/2006/relationships/chart" Target="/ppt/slides/charts/chart15.xml" Id="R2b6c29009ee343cf" /><Relationship Type="http://schemas.openxmlformats.org/officeDocument/2006/relationships/chart" Target="/ppt/slides/charts/chart16.xml" Id="Rac2ca650c79f4622" /><Relationship Type="http://schemas.openxmlformats.org/officeDocument/2006/relationships/notesSlide" Target="/ppt/notesSlides/notesSlide4.xml" Id="Rd1aa281cd3e9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b2847244c4aac" /><Relationship Type="http://schemas.openxmlformats.org/officeDocument/2006/relationships/chart" Target="/ppt/slides/charts/chart17.xml" Id="R1f3319c8ddd047f4" /><Relationship Type="http://schemas.openxmlformats.org/officeDocument/2006/relationships/chart" Target="/ppt/slides/charts/chart18.xml" Id="R3d389e650afd4fb6" /><Relationship Type="http://schemas.openxmlformats.org/officeDocument/2006/relationships/notesSlide" Target="/ppt/notesSlides/notesSlide5.xml" Id="Ree8266c6a80446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fdb85f64a448d" /><Relationship Type="http://schemas.openxmlformats.org/officeDocument/2006/relationships/chart" Target="/ppt/slides/charts/chart19.xml" Id="R05307dbf24c34861" /><Relationship Type="http://schemas.openxmlformats.org/officeDocument/2006/relationships/chart" Target="/ppt/slides/charts/chart20.xml" Id="R7dd6a23d97d4420a" /><Relationship Type="http://schemas.openxmlformats.org/officeDocument/2006/relationships/notesSlide" Target="/ppt/notesSlides/notesSlide6.xml" Id="Rffb8eac2da2d4c5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(a) Agent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506.743272110208</c:v>
              </c:pt>
              <c:pt idx="1">
                <c:v>494.409698497983</c:v>
              </c:pt>
              <c:pt idx="2">
                <c:v>469.652859051472</c:v>
              </c:pt>
              <c:pt idx="3">
                <c:v>387.065100076128</c:v>
              </c:pt>
              <c:pt idx="4">
                <c:v>465.562783558906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419.233673467234</c:v>
              </c:pt>
              <c:pt idx="1">
                <c:v>401.615190838926</c:v>
              </c:pt>
              <c:pt idx="2">
                <c:v>350.372860576178</c:v>
              </c:pt>
              <c:pt idx="3">
                <c:v>335.610949005073</c:v>
              </c:pt>
              <c:pt idx="4">
                <c:v>393.722216107024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443.313413059797</c:v>
              </c:pt>
              <c:pt idx="1">
                <c:v>379.880612828957</c:v>
              </c:pt>
              <c:pt idx="2">
                <c:v>351.859529048546</c:v>
              </c:pt>
              <c:pt idx="3">
                <c:v>383.691476705726</c:v>
              </c:pt>
              <c:pt idx="4">
                <c:v>349.676359773326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535.817453799611</c:v>
              </c:pt>
              <c:pt idx="1">
                <c:v>525.284039216847</c:v>
              </c:pt>
              <c:pt idx="2">
                <c:v>527.703461398861</c:v>
              </c:pt>
              <c:pt idx="3">
                <c:v>493.021028192466</c:v>
              </c:pt>
              <c:pt idx="4">
                <c:v>523.818946113837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465.869846227407</c:v>
              </c:pt>
              <c:pt idx="1">
                <c:v>477.513040947594</c:v>
              </c:pt>
              <c:pt idx="2">
                <c:v>382.788516416544</c:v>
              </c:pt>
              <c:pt idx="3">
                <c:v>445.870416839584</c:v>
              </c:pt>
              <c:pt idx="4">
                <c:v>470.96753761678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516.339172491866</c:v>
              </c:pt>
              <c:pt idx="1">
                <c:v>438.932100335892</c:v>
              </c:pt>
              <c:pt idx="2">
                <c:v>478.420053210559</c:v>
              </c:pt>
              <c:pt idx="3">
                <c:v>524.299203499275</c:v>
              </c:pt>
              <c:pt idx="4">
                <c:v>494.40837560806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489.844472271848</c:v>
              </c:pt>
              <c:pt idx="1">
                <c:v>446.475752183608</c:v>
              </c:pt>
              <c:pt idx="2">
                <c:v>439.068339306998</c:v>
              </c:pt>
              <c:pt idx="3">
                <c:v>455.984400180237</c:v>
              </c:pt>
              <c:pt idx="4">
                <c:v>463.820039296196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458.760782751339</c:v>
              </c:pt>
              <c:pt idx="1">
                <c:v>458.731827598871</c:v>
              </c:pt>
              <c:pt idx="2">
                <c:v>444.253354435132</c:v>
              </c:pt>
              <c:pt idx="3">
                <c:v>455.639511982801</c:v>
              </c:pt>
              <c:pt idx="4">
                <c:v>455.780075954394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483.115680746958</c:v>
              </c:pt>
              <c:pt idx="1">
                <c:v>460.281730075086</c:v>
              </c:pt>
              <c:pt idx="2">
                <c:v>445.019646614848</c:v>
              </c:pt>
              <c:pt idx="3">
                <c:v>348.586411656165</c:v>
              </c:pt>
              <c:pt idx="4">
                <c:v>490.685320210045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Agent TPS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(b)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506.743272110208</c:v>
              </c:pt>
              <c:pt idx="1">
                <c:v>494.409698497983</c:v>
              </c:pt>
              <c:pt idx="2">
                <c:v>469.652859051472</c:v>
              </c:pt>
              <c:pt idx="3">
                <c:v>387.065100076128</c:v>
              </c:pt>
              <c:pt idx="4">
                <c:v>465.562783558906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419.233673467234</c:v>
              </c:pt>
              <c:pt idx="1">
                <c:v>401.615190838926</c:v>
              </c:pt>
              <c:pt idx="2">
                <c:v>350.372860576178</c:v>
              </c:pt>
              <c:pt idx="3">
                <c:v>335.610949005073</c:v>
              </c:pt>
              <c:pt idx="4">
                <c:v>393.722216107024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443.313413059797</c:v>
              </c:pt>
              <c:pt idx="1">
                <c:v>379.880612828957</c:v>
              </c:pt>
              <c:pt idx="2">
                <c:v>351.859529048546</c:v>
              </c:pt>
              <c:pt idx="3">
                <c:v>383.691476705726</c:v>
              </c:pt>
              <c:pt idx="4">
                <c:v>349.676359773326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535.817453799611</c:v>
              </c:pt>
              <c:pt idx="1">
                <c:v>525.284039216847</c:v>
              </c:pt>
              <c:pt idx="2">
                <c:v>527.703461398861</c:v>
              </c:pt>
              <c:pt idx="3">
                <c:v>493.021028192466</c:v>
              </c:pt>
              <c:pt idx="4">
                <c:v>523.818946113837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465.869846227407</c:v>
              </c:pt>
              <c:pt idx="1">
                <c:v>477.513040947594</c:v>
              </c:pt>
              <c:pt idx="2">
                <c:v>382.788516416544</c:v>
              </c:pt>
              <c:pt idx="3">
                <c:v>445.870416839584</c:v>
              </c:pt>
              <c:pt idx="4">
                <c:v>470.96753761678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516.339172491866</c:v>
              </c:pt>
              <c:pt idx="1">
                <c:v>438.932100335892</c:v>
              </c:pt>
              <c:pt idx="2">
                <c:v>478.420053210559</c:v>
              </c:pt>
              <c:pt idx="3">
                <c:v>524.299203499275</c:v>
              </c:pt>
              <c:pt idx="4">
                <c:v>494.40837560806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489.844472271848</c:v>
              </c:pt>
              <c:pt idx="1">
                <c:v>446.475752183608</c:v>
              </c:pt>
              <c:pt idx="2">
                <c:v>439.068339306998</c:v>
              </c:pt>
              <c:pt idx="3">
                <c:v>455.984400180237</c:v>
              </c:pt>
              <c:pt idx="4">
                <c:v>463.820039296196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458.760782751339</c:v>
              </c:pt>
              <c:pt idx="1">
                <c:v>458.731827598871</c:v>
              </c:pt>
              <c:pt idx="2">
                <c:v>444.253354435132</c:v>
              </c:pt>
              <c:pt idx="3">
                <c:v>455.639511982801</c:v>
              </c:pt>
              <c:pt idx="4">
                <c:v>455.780075954394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483.115680746958</c:v>
              </c:pt>
              <c:pt idx="1">
                <c:v>460.281730075086</c:v>
              </c:pt>
              <c:pt idx="2">
                <c:v>445.019646614848</c:v>
              </c:pt>
              <c:pt idx="3">
                <c:v>348.586411656165</c:v>
              </c:pt>
              <c:pt idx="4">
                <c:v>490.685320210045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(c) Estimated tokens per agent task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27221.7539887292</c:v>
              </c:pt>
              <c:pt idx="1">
                <c:v>27327.5134289473</c:v>
              </c:pt>
              <c:pt idx="2">
                <c:v>27337.0584958934</c:v>
              </c:pt>
              <c:pt idx="3">
                <c:v>27445.0850052449</c:v>
              </c:pt>
              <c:pt idx="4">
                <c:v>27539.2465137481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27210.0931441347</c:v>
              </c:pt>
              <c:pt idx="1">
                <c:v>28691.7847417054</c:v>
              </c:pt>
              <c:pt idx="2">
                <c:v>31310.1124519592</c:v>
              </c:pt>
              <c:pt idx="3">
                <c:v>32829.9912952131</c:v>
              </c:pt>
              <c:pt idx="4">
                <c:v>30292.8641733729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27224.7867903228</c:v>
              </c:pt>
              <c:pt idx="1">
                <c:v>29136.2198170305</c:v>
              </c:pt>
              <c:pt idx="2">
                <c:v>31241.4009598436</c:v>
              </c:pt>
              <c:pt idx="3">
                <c:v>30114.7815262525</c:v>
              </c:pt>
              <c:pt idx="4">
                <c:v>32515.7670466335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27043.4006853062</c:v>
              </c:pt>
              <c:pt idx="1">
                <c:v>27048.7183594861</c:v>
              </c:pt>
              <c:pt idx="2">
                <c:v>27056.4298681743</c:v>
              </c:pt>
              <c:pt idx="3">
                <c:v>27038.9926654444</c:v>
              </c:pt>
              <c:pt idx="4">
                <c:v>27085.5792478872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27205.6917801554</c:v>
              </c:pt>
              <c:pt idx="1">
                <c:v>27333.9262374361</c:v>
              </c:pt>
              <c:pt idx="2">
                <c:v>27314.0737785763</c:v>
              </c:pt>
              <c:pt idx="3">
                <c:v>27350.6594357671</c:v>
              </c:pt>
              <c:pt idx="4">
                <c:v>27856.1592643286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27040.4819881098</c:v>
              </c:pt>
              <c:pt idx="1">
                <c:v>27041.9155442133</c:v>
              </c:pt>
              <c:pt idx="2">
                <c:v>27039.3437876263</c:v>
              </c:pt>
              <c:pt idx="3">
                <c:v>27065.4943925504</c:v>
              </c:pt>
              <c:pt idx="4">
                <c:v>27079.254514857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27213.7941761848</c:v>
              </c:pt>
              <c:pt idx="1">
                <c:v>27303.4112955433</c:v>
              </c:pt>
              <c:pt idx="2">
                <c:v>27299.4963728955</c:v>
              </c:pt>
              <c:pt idx="3">
                <c:v>27482.7445712247</c:v>
              </c:pt>
              <c:pt idx="4">
                <c:v>27864.0214828763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27231.9385746347</c:v>
              </c:pt>
              <c:pt idx="1">
                <c:v>27282.9451308376</c:v>
              </c:pt>
              <c:pt idx="2">
                <c:v>27342.825430804</c:v>
              </c:pt>
              <c:pt idx="3">
                <c:v>27494.5053737333</c:v>
              </c:pt>
              <c:pt idx="4">
                <c:v>27538.5276333678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27219.9921712306</c:v>
              </c:pt>
              <c:pt idx="1">
                <c:v>27321.2329620774</c:v>
              </c:pt>
              <c:pt idx="2">
                <c:v>27329.9367657684</c:v>
              </c:pt>
              <c:pt idx="3">
                <c:v>27366.274281363</c:v>
              </c:pt>
              <c:pt idx="4">
                <c:v>27779.4817183706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Tokens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(d) Latency distribution at 40 clients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88.4190649570276</c:v>
              </c:pt>
              <c:pt idx="1">
                <c:v>131.671539018862</c:v>
              </c:pt>
              <c:pt idx="2">
                <c:v>188.779985366079</c:v>
              </c:pt>
              <c:pt idx="3">
                <c:v>291.578414061889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81.3872075329224</c:v>
              </c:pt>
              <c:pt idx="1">
                <c:v>240.498787195732</c:v>
              </c:pt>
              <c:pt idx="2">
                <c:v>378.751631410172</c:v>
              </c:pt>
              <c:pt idx="3">
                <c:v>541.618367796458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97.0390354438374</c:v>
              </c:pt>
              <c:pt idx="1">
                <c:v>237.606452646044</c:v>
              </c:pt>
              <c:pt idx="2">
                <c:v>363.257299580921</c:v>
              </c:pt>
              <c:pt idx="3">
                <c:v>526.184978589426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66.8561883891622</c:v>
              </c:pt>
              <c:pt idx="1">
                <c:v>159.0316175716</c:v>
              </c:pt>
              <c:pt idx="2">
                <c:v>218.369315614303</c:v>
              </c:pt>
              <c:pt idx="3">
                <c:v>307.692438666399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71.6038341633976</c:v>
              </c:pt>
              <c:pt idx="1">
                <c:v>193.253170000389</c:v>
              </c:pt>
              <c:pt idx="2">
                <c:v>296.231722875188</c:v>
              </c:pt>
              <c:pt idx="3">
                <c:v>471.121616791004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76.5863638371229</c:v>
              </c:pt>
              <c:pt idx="1">
                <c:v>141.061304369941</c:v>
              </c:pt>
              <c:pt idx="2">
                <c:v>191.094006868079</c:v>
              </c:pt>
              <c:pt idx="3">
                <c:v>265.237683750692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71.8514495529234</c:v>
              </c:pt>
              <c:pt idx="1">
                <c:v>188.829179216797</c:v>
              </c:pt>
              <c:pt idx="2">
                <c:v>293.382164494445</c:v>
              </c:pt>
              <c:pt idx="3">
                <c:v>431.929535489689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82.7352082512031</c:v>
              </c:pt>
              <c:pt idx="1">
                <c:v>153.145461979633</c:v>
              </c:pt>
              <c:pt idx="2">
                <c:v>215.831317870567</c:v>
              </c:pt>
              <c:pt idx="3">
                <c:v>308.923145435132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70.9312448743731</c:v>
              </c:pt>
              <c:pt idx="1">
                <c:v>172.108510602266</c:v>
              </c:pt>
              <c:pt idx="2">
                <c:v>260.640849275514</c:v>
              </c:pt>
              <c:pt idx="3">
                <c:v>417.603372361514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Tail percentile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Latency (ms)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(a) Agent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138.937713417198</c:v>
              </c:pt>
              <c:pt idx="1">
                <c:v>236.663240838959</c:v>
              </c:pt>
              <c:pt idx="2">
                <c:v>295.833756488999</c:v>
              </c:pt>
              <c:pt idx="3">
                <c:v>295.064862271639</c:v>
              </c:pt>
              <c:pt idx="4">
                <c:v>276.226056953391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135.570441822993</c:v>
              </c:pt>
              <c:pt idx="1">
                <c:v>219.524231881336</c:v>
              </c:pt>
              <c:pt idx="2">
                <c:v>262.462724205769</c:v>
              </c:pt>
              <c:pt idx="3">
                <c:v>269.358723223351</c:v>
              </c:pt>
              <c:pt idx="4">
                <c:v>261.846462282063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136.743002621003</c:v>
              </c:pt>
              <c:pt idx="1">
                <c:v>227.172356659673</c:v>
              </c:pt>
              <c:pt idx="2">
                <c:v>271.555464028794</c:v>
              </c:pt>
              <c:pt idx="3">
                <c:v>270.693800941825</c:v>
              </c:pt>
              <c:pt idx="4">
                <c:v>246.700218041179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156.450490314997</c:v>
              </c:pt>
              <c:pt idx="1">
                <c:v>288.25635246386</c:v>
              </c:pt>
              <c:pt idx="2">
                <c:v>385.173442058797</c:v>
              </c:pt>
              <c:pt idx="3">
                <c:v>431.82696764118</c:v>
              </c:pt>
              <c:pt idx="4">
                <c:v>429.630550197019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137.104102393139</c:v>
              </c:pt>
              <c:pt idx="1">
                <c:v>232.35899840278</c:v>
              </c:pt>
              <c:pt idx="2">
                <c:v>289.175116361537</c:v>
              </c:pt>
              <c:pt idx="3">
                <c:v>296.978437290755</c:v>
              </c:pt>
              <c:pt idx="4">
                <c:v>284.079096978144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155.608183450732</c:v>
              </c:pt>
              <c:pt idx="1">
                <c:v>294.023697767107</c:v>
              </c:pt>
              <c:pt idx="2">
                <c:v>393.423893881052</c:v>
              </c:pt>
              <c:pt idx="3">
                <c:v>432.005787783381</c:v>
              </c:pt>
              <c:pt idx="4">
                <c:v>441.832047334865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139.165251061647</c:v>
              </c:pt>
              <c:pt idx="1">
                <c:v>230.240451489988</c:v>
              </c:pt>
              <c:pt idx="2">
                <c:v>274.755116974141</c:v>
              </c:pt>
              <c:pt idx="3">
                <c:v>291.886431605812</c:v>
              </c:pt>
              <c:pt idx="4">
                <c:v>260.186211230838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138.386354833625</c:v>
              </c:pt>
              <c:pt idx="1">
                <c:v>230.306459829234</c:v>
              </c:pt>
              <c:pt idx="2">
                <c:v>287.392430772062</c:v>
              </c:pt>
              <c:pt idx="3">
                <c:v>291.104258033573</c:v>
              </c:pt>
              <c:pt idx="4">
                <c:v>281.190803298888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159.699327507723</c:v>
              </c:pt>
              <c:pt idx="1">
                <c:v>308.011592710345</c:v>
              </c:pt>
              <c:pt idx="2">
                <c:v>429.993094139445</c:v>
              </c:pt>
              <c:pt idx="3">
                <c:v>514.854811928368</c:v>
              </c:pt>
              <c:pt idx="4">
                <c:v>550.146755451497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Agent TPS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(b)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138.937713417198</c:v>
              </c:pt>
              <c:pt idx="1">
                <c:v>236.663240838959</c:v>
              </c:pt>
              <c:pt idx="2">
                <c:v>295.833756488999</c:v>
              </c:pt>
              <c:pt idx="3">
                <c:v>295.064862271639</c:v>
              </c:pt>
              <c:pt idx="4">
                <c:v>276.226056953391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135.570441822993</c:v>
              </c:pt>
              <c:pt idx="1">
                <c:v>219.524231881336</c:v>
              </c:pt>
              <c:pt idx="2">
                <c:v>262.462724205769</c:v>
              </c:pt>
              <c:pt idx="3">
                <c:v>269.358723223351</c:v>
              </c:pt>
              <c:pt idx="4">
                <c:v>261.846462282063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136.743002621003</c:v>
              </c:pt>
              <c:pt idx="1">
                <c:v>227.172356659673</c:v>
              </c:pt>
              <c:pt idx="2">
                <c:v>271.555464028794</c:v>
              </c:pt>
              <c:pt idx="3">
                <c:v>270.693800941825</c:v>
              </c:pt>
              <c:pt idx="4">
                <c:v>246.700218041179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156.450490314997</c:v>
              </c:pt>
              <c:pt idx="1">
                <c:v>288.25635246386</c:v>
              </c:pt>
              <c:pt idx="2">
                <c:v>385.173442058797</c:v>
              </c:pt>
              <c:pt idx="3">
                <c:v>431.82696764118</c:v>
              </c:pt>
              <c:pt idx="4">
                <c:v>429.630550197019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137.104102393139</c:v>
              </c:pt>
              <c:pt idx="1">
                <c:v>232.35899840278</c:v>
              </c:pt>
              <c:pt idx="2">
                <c:v>289.175116361537</c:v>
              </c:pt>
              <c:pt idx="3">
                <c:v>296.978437290755</c:v>
              </c:pt>
              <c:pt idx="4">
                <c:v>284.079096978144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155.608183450732</c:v>
              </c:pt>
              <c:pt idx="1">
                <c:v>294.023697767107</c:v>
              </c:pt>
              <c:pt idx="2">
                <c:v>393.423893881052</c:v>
              </c:pt>
              <c:pt idx="3">
                <c:v>432.005787783381</c:v>
              </c:pt>
              <c:pt idx="4">
                <c:v>441.832047334865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139.165251061647</c:v>
              </c:pt>
              <c:pt idx="1">
                <c:v>230.240451489988</c:v>
              </c:pt>
              <c:pt idx="2">
                <c:v>274.755116974141</c:v>
              </c:pt>
              <c:pt idx="3">
                <c:v>291.886431605812</c:v>
              </c:pt>
              <c:pt idx="4">
                <c:v>260.186211230838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138.386354833625</c:v>
              </c:pt>
              <c:pt idx="1">
                <c:v>230.306459829234</c:v>
              </c:pt>
              <c:pt idx="2">
                <c:v>287.392430772062</c:v>
              </c:pt>
              <c:pt idx="3">
                <c:v>291.104258033573</c:v>
              </c:pt>
              <c:pt idx="4">
                <c:v>281.190803298888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159.699327507723</c:v>
              </c:pt>
              <c:pt idx="1">
                <c:v>308.011592710345</c:v>
              </c:pt>
              <c:pt idx="2">
                <c:v>429.993094139445</c:v>
              </c:pt>
              <c:pt idx="3">
                <c:v>514.854811928368</c:v>
              </c:pt>
              <c:pt idx="4">
                <c:v>550.146755451497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(c) Estimated tokens per agent task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30546.7365626226</c:v>
              </c:pt>
              <c:pt idx="1">
                <c:v>34287.9349325861</c:v>
              </c:pt>
              <c:pt idx="2">
                <c:v>37455.6507694706</c:v>
              </c:pt>
              <c:pt idx="3">
                <c:v>40464.3864801665</c:v>
              </c:pt>
              <c:pt idx="4">
                <c:v>43801.3674932048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30463.0498145815</c:v>
              </c:pt>
              <c:pt idx="1">
                <c:v>34536.2811238603</c:v>
              </c:pt>
              <c:pt idx="2">
                <c:v>37746.2389912512</c:v>
              </c:pt>
              <c:pt idx="3">
                <c:v>41243.6520513463</c:v>
              </c:pt>
              <c:pt idx="4">
                <c:v>43503.8800989069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30641.877468086</c:v>
              </c:pt>
              <c:pt idx="1">
                <c:v>34470.8562468928</c:v>
              </c:pt>
              <c:pt idx="2">
                <c:v>37925.7320509982</c:v>
              </c:pt>
              <c:pt idx="3">
                <c:v>41210.0959480523</c:v>
              </c:pt>
              <c:pt idx="4">
                <c:v>45508.2182940439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27493.3868097666</c:v>
              </c:pt>
              <c:pt idx="1">
                <c:v>27895.007662389</c:v>
              </c:pt>
              <c:pt idx="2">
                <c:v>28402.8322313594</c:v>
              </c:pt>
              <c:pt idx="3">
                <c:v>28805.396572516</c:v>
              </c:pt>
              <c:pt idx="4">
                <c:v>29401.4502343732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30489.758598235</c:v>
              </c:pt>
              <c:pt idx="1">
                <c:v>34428.7477689106</c:v>
              </c:pt>
              <c:pt idx="2">
                <c:v>37647.6632704955</c:v>
              </c:pt>
              <c:pt idx="3">
                <c:v>41061.6456633485</c:v>
              </c:pt>
              <c:pt idx="4">
                <c:v>43108.3930032345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27478.5685810898</c:v>
              </c:pt>
              <c:pt idx="1">
                <c:v>27886.845178347</c:v>
              </c:pt>
              <c:pt idx="2">
                <c:v>28470.4051781516</c:v>
              </c:pt>
              <c:pt idx="3">
                <c:v>28849.6777167987</c:v>
              </c:pt>
              <c:pt idx="4">
                <c:v>29328.9152612012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30399.6206942933</c:v>
              </c:pt>
              <c:pt idx="1">
                <c:v>34252.022199132</c:v>
              </c:pt>
              <c:pt idx="2">
                <c:v>37453.7862291682</c:v>
              </c:pt>
              <c:pt idx="3">
                <c:v>40765.7752002823</c:v>
              </c:pt>
              <c:pt idx="4">
                <c:v>43465.8183628281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30487.3150287556</c:v>
              </c:pt>
              <c:pt idx="1">
                <c:v>34428.3990453281</c:v>
              </c:pt>
              <c:pt idx="2">
                <c:v>37342.9638936029</c:v>
              </c:pt>
              <c:pt idx="3">
                <c:v>40948.1418603241</c:v>
              </c:pt>
              <c:pt idx="4">
                <c:v>43724.1697724697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27030</c:v>
              </c:pt>
              <c:pt idx="1">
                <c:v>27030</c:v>
              </c:pt>
              <c:pt idx="2">
                <c:v>27030</c:v>
              </c:pt>
              <c:pt idx="3">
                <c:v>27030</c:v>
              </c:pt>
              <c:pt idx="4">
                <c:v>27030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Tokens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(d) Latency distribution at 40 clients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88.2043891275923</c:v>
              </c:pt>
              <c:pt idx="1">
                <c:v>354.423627311674</c:v>
              </c:pt>
              <c:pt idx="2">
                <c:v>809.507748239363</c:v>
              </c:pt>
              <c:pt idx="3">
                <c:v>1095.06588840796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100.132653644929</c:v>
              </c:pt>
              <c:pt idx="1">
                <c:v>377.083208458498</c:v>
              </c:pt>
              <c:pt idx="2">
                <c:v>554.545123057129</c:v>
              </c:pt>
              <c:pt idx="3">
                <c:v>684.504388295582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103.265412074203</c:v>
              </c:pt>
              <c:pt idx="1">
                <c:v>380.485497089103</c:v>
              </c:pt>
              <c:pt idx="2">
                <c:v>544.259713433372</c:v>
              </c:pt>
              <c:pt idx="3">
                <c:v>691.03747961158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76.2828207419564</c:v>
              </c:pt>
              <c:pt idx="1">
                <c:v>161.471411042536</c:v>
              </c:pt>
              <c:pt idx="2">
                <c:v>467.675652659185</c:v>
              </c:pt>
              <c:pt idx="3">
                <c:v>908.364113754611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95.0785068174203</c:v>
              </c:pt>
              <c:pt idx="1">
                <c:v>336.817468671749</c:v>
              </c:pt>
              <c:pt idx="2">
                <c:v>501.082097215888</c:v>
              </c:pt>
              <c:pt idx="3">
                <c:v>636.823460725759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80.4320025878648</c:v>
              </c:pt>
              <c:pt idx="1">
                <c:v>157.436873212767</c:v>
              </c:pt>
              <c:pt idx="2">
                <c:v>271.643510151964</c:v>
              </c:pt>
              <c:pt idx="3">
                <c:v>481.407681599574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95.3879537216077</c:v>
              </c:pt>
              <c:pt idx="1">
                <c:v>370.26814763279</c:v>
              </c:pt>
              <c:pt idx="2">
                <c:v>813.620515476602</c:v>
              </c:pt>
              <c:pt idx="3">
                <c:v>1201.79105899033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91.2173205676178</c:v>
              </c:pt>
              <c:pt idx="1">
                <c:v>349.224112788215</c:v>
              </c:pt>
              <c:pt idx="2">
                <c:v>493.654224798083</c:v>
              </c:pt>
              <c:pt idx="3">
                <c:v>631.592844446818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69.0802826235692</c:v>
              </c:pt>
              <c:pt idx="1">
                <c:v>110.733835189603</c:v>
              </c:pt>
              <c:pt idx="2">
                <c:v>128.626925329057</c:v>
              </c:pt>
              <c:pt idx="3">
                <c:v>151.214612005435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Tail percentile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Latency (ms)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(a) Agent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131.602584593907</c:v>
              </c:pt>
              <c:pt idx="1">
                <c:v>218.009517555089</c:v>
              </c:pt>
              <c:pt idx="2">
                <c:v>265.636017505637</c:v>
              </c:pt>
              <c:pt idx="3">
                <c:v>257.394530067158</c:v>
              </c:pt>
              <c:pt idx="4">
                <c:v>244.58780553749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128.893747858517</c:v>
              </c:pt>
              <c:pt idx="1">
                <c:v>203.559037342357</c:v>
              </c:pt>
              <c:pt idx="2">
                <c:v>235.244375889315</c:v>
              </c:pt>
              <c:pt idx="3">
                <c:v>245.501129708027</c:v>
              </c:pt>
              <c:pt idx="4">
                <c:v>211.454482494496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129.626731156107</c:v>
              </c:pt>
              <c:pt idx="1">
                <c:v>210.543174758527</c:v>
              </c:pt>
              <c:pt idx="2">
                <c:v>247.139000253677</c:v>
              </c:pt>
              <c:pt idx="3">
                <c:v>245.633829129792</c:v>
              </c:pt>
              <c:pt idx="4">
                <c:v>212.196694422924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156.147957994175</c:v>
              </c:pt>
              <c:pt idx="1">
                <c:v>285.384288706347</c:v>
              </c:pt>
              <c:pt idx="2">
                <c:v>375.557722564299</c:v>
              </c:pt>
              <c:pt idx="3">
                <c:v>416.70123226178</c:v>
              </c:pt>
              <c:pt idx="4">
                <c:v>410.418331181052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130.047326651687</c:v>
              </c:pt>
              <c:pt idx="1">
                <c:v>216.555869804649</c:v>
              </c:pt>
              <c:pt idx="2">
                <c:v>260.877408408456</c:v>
              </c:pt>
              <c:pt idx="3">
                <c:v>268.705299195684</c:v>
              </c:pt>
              <c:pt idx="4">
                <c:v>253.555036380245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155.166541198488</c:v>
              </c:pt>
              <c:pt idx="1">
                <c:v>287.797046064366</c:v>
              </c:pt>
              <c:pt idx="2">
                <c:v>386.011340365698</c:v>
              </c:pt>
              <c:pt idx="3">
                <c:v>412.152457067819</c:v>
              </c:pt>
              <c:pt idx="4">
                <c:v>420.412187435707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131.131695311396</c:v>
              </c:pt>
              <c:pt idx="1">
                <c:v>212.705894970767</c:v>
              </c:pt>
              <c:pt idx="2">
                <c:v>247.782614688745</c:v>
              </c:pt>
              <c:pt idx="3">
                <c:v>265.208257320565</c:v>
              </c:pt>
              <c:pt idx="4">
                <c:v>232.012735509854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130.426675699366</c:v>
              </c:pt>
              <c:pt idx="1">
                <c:v>212.403801906851</c:v>
              </c:pt>
              <c:pt idx="2">
                <c:v>257.186141819808</c:v>
              </c:pt>
              <c:pt idx="3">
                <c:v>262.227419908674</c:v>
              </c:pt>
              <c:pt idx="4">
                <c:v>247.951703747067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159.546084936119</c:v>
              </c:pt>
              <c:pt idx="1">
                <c:v>308.414465934254</c:v>
              </c:pt>
              <c:pt idx="2">
                <c:v>430.902848448021</c:v>
              </c:pt>
              <c:pt idx="3">
                <c:v>512.742743032578</c:v>
              </c:pt>
              <c:pt idx="4">
                <c:v>657.242807499236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Agent TPS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(b)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131.602584593907</c:v>
              </c:pt>
              <c:pt idx="1">
                <c:v>218.009517555089</c:v>
              </c:pt>
              <c:pt idx="2">
                <c:v>265.636017505637</c:v>
              </c:pt>
              <c:pt idx="3">
                <c:v>257.394530067158</c:v>
              </c:pt>
              <c:pt idx="4">
                <c:v>244.58780553749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128.893747858517</c:v>
              </c:pt>
              <c:pt idx="1">
                <c:v>203.559037342357</c:v>
              </c:pt>
              <c:pt idx="2">
                <c:v>235.244375889315</c:v>
              </c:pt>
              <c:pt idx="3">
                <c:v>245.501129708027</c:v>
              </c:pt>
              <c:pt idx="4">
                <c:v>211.454482494496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129.626731156107</c:v>
              </c:pt>
              <c:pt idx="1">
                <c:v>210.543174758527</c:v>
              </c:pt>
              <c:pt idx="2">
                <c:v>247.139000253677</c:v>
              </c:pt>
              <c:pt idx="3">
                <c:v>245.633829129792</c:v>
              </c:pt>
              <c:pt idx="4">
                <c:v>212.196694422924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156.147957994175</c:v>
              </c:pt>
              <c:pt idx="1">
                <c:v>285.384288706347</c:v>
              </c:pt>
              <c:pt idx="2">
                <c:v>375.557722564299</c:v>
              </c:pt>
              <c:pt idx="3">
                <c:v>416.70123226178</c:v>
              </c:pt>
              <c:pt idx="4">
                <c:v>410.418331181052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130.047326651687</c:v>
              </c:pt>
              <c:pt idx="1">
                <c:v>216.555869804649</c:v>
              </c:pt>
              <c:pt idx="2">
                <c:v>260.877408408456</c:v>
              </c:pt>
              <c:pt idx="3">
                <c:v>268.705299195684</c:v>
              </c:pt>
              <c:pt idx="4">
                <c:v>253.555036380245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155.166541198488</c:v>
              </c:pt>
              <c:pt idx="1">
                <c:v>287.797046064366</c:v>
              </c:pt>
              <c:pt idx="2">
                <c:v>386.011340365698</c:v>
              </c:pt>
              <c:pt idx="3">
                <c:v>412.152457067819</c:v>
              </c:pt>
              <c:pt idx="4">
                <c:v>420.412187435707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131.131695311396</c:v>
              </c:pt>
              <c:pt idx="1">
                <c:v>212.705894970767</c:v>
              </c:pt>
              <c:pt idx="2">
                <c:v>247.782614688745</c:v>
              </c:pt>
              <c:pt idx="3">
                <c:v>265.208257320565</c:v>
              </c:pt>
              <c:pt idx="4">
                <c:v>232.012735509854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130.426675699366</c:v>
              </c:pt>
              <c:pt idx="1">
                <c:v>212.403801906851</c:v>
              </c:pt>
              <c:pt idx="2">
                <c:v>257.186141819808</c:v>
              </c:pt>
              <c:pt idx="3">
                <c:v>262.227419908674</c:v>
              </c:pt>
              <c:pt idx="4">
                <c:v>247.951703747067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159.546084936119</c:v>
              </c:pt>
              <c:pt idx="1">
                <c:v>308.414465934254</c:v>
              </c:pt>
              <c:pt idx="2">
                <c:v>430.902848448021</c:v>
              </c:pt>
              <c:pt idx="3">
                <c:v>512.742743032578</c:v>
              </c:pt>
              <c:pt idx="4">
                <c:v>657.242807499236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(c) Estimated tokens per agent task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32037.8590168466</c:v>
              </c:pt>
              <c:pt idx="1">
                <c:v>36979.949042075</c:v>
              </c:pt>
              <c:pt idx="2">
                <c:v>41499.4614924637</c:v>
              </c:pt>
              <c:pt idx="3">
                <c:v>45643.1713659877</c:v>
              </c:pt>
              <c:pt idx="4">
                <c:v>48879.253152932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31855.1368469836</c:v>
              </c:pt>
              <c:pt idx="1">
                <c:v>37243.7991669018</c:v>
              </c:pt>
              <c:pt idx="2">
                <c:v>41773.9219844572</c:v>
              </c:pt>
              <c:pt idx="3">
                <c:v>45549.9267276657</c:v>
              </c:pt>
              <c:pt idx="4">
                <c:v>53344.2078482984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32166.116070783</c:v>
              </c:pt>
              <c:pt idx="1">
                <c:v>36988.7761425653</c:v>
              </c:pt>
              <c:pt idx="2">
                <c:v>41661.3108515814</c:v>
              </c:pt>
              <c:pt idx="3">
                <c:v>45665.8962915891</c:v>
              </c:pt>
              <c:pt idx="4">
                <c:v>52502.7116756264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27563.9665647201</c:v>
              </c:pt>
              <c:pt idx="1">
                <c:v>28230.2789062033</c:v>
              </c:pt>
              <c:pt idx="2">
                <c:v>29106.5362588081</c:v>
              </c:pt>
              <c:pt idx="3">
                <c:v>29747.5512839231</c:v>
              </c:pt>
              <c:pt idx="4">
                <c:v>30259.372756671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31886.6668892025</c:v>
              </c:pt>
              <c:pt idx="1">
                <c:v>36820.0412075984</c:v>
              </c:pt>
              <c:pt idx="2">
                <c:v>41551.3770934753</c:v>
              </c:pt>
              <c:pt idx="3">
                <c:v>45276.9581491509</c:v>
              </c:pt>
              <c:pt idx="4">
                <c:v>49231.4417749899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27555.5850265278</c:v>
              </c:pt>
              <c:pt idx="1">
                <c:v>28378.6555082838</c:v>
              </c:pt>
              <c:pt idx="2">
                <c:v>29016.4120352588</c:v>
              </c:pt>
              <c:pt idx="3">
                <c:v>29804.298654314</c:v>
              </c:pt>
              <c:pt idx="4">
                <c:v>30390.7509204054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31936.4699219235</c:v>
              </c:pt>
              <c:pt idx="1">
                <c:v>37261.5082168365</c:v>
              </c:pt>
              <c:pt idx="2">
                <c:v>41557.0713225674</c:v>
              </c:pt>
              <c:pt idx="3">
                <c:v>45148.0470750719</c:v>
              </c:pt>
              <c:pt idx="4">
                <c:v>48163.2005302081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32192.3289650252</c:v>
              </c:pt>
              <c:pt idx="1">
                <c:v>37304.5071554663</c:v>
              </c:pt>
              <c:pt idx="2">
                <c:v>41667.7877494466</c:v>
              </c:pt>
              <c:pt idx="3">
                <c:v>45797.0767283347</c:v>
              </c:pt>
              <c:pt idx="4">
                <c:v>49115.7418313869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27030</c:v>
              </c:pt>
              <c:pt idx="1">
                <c:v>27030</c:v>
              </c:pt>
              <c:pt idx="2">
                <c:v>27030</c:v>
              </c:pt>
              <c:pt idx="3">
                <c:v>27030</c:v>
              </c:pt>
              <c:pt idx="4">
                <c:v>27030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Tokens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(d) Latency distribution at 40 clients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94.2854716752966</c:v>
              </c:pt>
              <c:pt idx="1">
                <c:v>392.385195397462</c:v>
              </c:pt>
              <c:pt idx="2">
                <c:v>842.676092780505</c:v>
              </c:pt>
              <c:pt idx="3">
                <c:v>1141.41174960556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109.73277175799</c:v>
              </c:pt>
              <c:pt idx="1">
                <c:v>428.490596660413</c:v>
              </c:pt>
              <c:pt idx="2">
                <c:v>584.232710540915</c:v>
              </c:pt>
              <c:pt idx="3">
                <c:v>700.97611852099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112.563063700994</c:v>
              </c:pt>
              <c:pt idx="1">
                <c:v>431.820094181845</c:v>
              </c:pt>
              <c:pt idx="2">
                <c:v>609.257707921787</c:v>
              </c:pt>
              <c:pt idx="3">
                <c:v>736.168422303166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77.9876469944914</c:v>
              </c:pt>
              <c:pt idx="1">
                <c:v>179.213344166055</c:v>
              </c:pt>
              <c:pt idx="2">
                <c:v>558.961103941936</c:v>
              </c:pt>
              <c:pt idx="3">
                <c:v>840.872147632149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94.7998040355742</c:v>
              </c:pt>
              <c:pt idx="1">
                <c:v>374.635459311927</c:v>
              </c:pt>
              <c:pt idx="2">
                <c:v>530.770487589761</c:v>
              </c:pt>
              <c:pt idx="3">
                <c:v>674.060410888097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81.5204821992666</c:v>
              </c:pt>
              <c:pt idx="1">
                <c:v>175.576507959825</c:v>
              </c:pt>
              <c:pt idx="2">
                <c:v>331.49480157687</c:v>
              </c:pt>
              <c:pt idx="3">
                <c:v>542.689684206007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101.063244820883</c:v>
              </c:pt>
              <c:pt idx="1">
                <c:v>404.959203900459</c:v>
              </c:pt>
              <c:pt idx="2">
                <c:v>850.038909058398</c:v>
              </c:pt>
              <c:pt idx="3">
                <c:v>1114.14557511577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97.9424265678972</c:v>
              </c:pt>
              <c:pt idx="1">
                <c:v>374.748359279086</c:v>
              </c:pt>
              <c:pt idx="2">
                <c:v>530.182531966517</c:v>
              </c:pt>
              <c:pt idx="3">
                <c:v>671.315464069919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51.8606504580627</c:v>
              </c:pt>
              <c:pt idx="1">
                <c:v>91.9364982827877</c:v>
              </c:pt>
              <c:pt idx="2">
                <c:v>104.94847982501</c:v>
              </c:pt>
              <c:pt idx="3">
                <c:v>753.012029588534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Tail percentile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Latency (ms)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(a) Agent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10.5162816565614</c:v>
              </c:pt>
              <c:pt idx="1">
                <c:v>14.2950436320654</c:v>
              </c:pt>
              <c:pt idx="2">
                <c:v>26.7387190092678</c:v>
              </c:pt>
              <c:pt idx="3">
                <c:v>19.6533555515907</c:v>
              </c:pt>
              <c:pt idx="4">
                <c:v>21.2293464038307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10.1595711291274</c:v>
              </c:pt>
              <c:pt idx="1">
                <c:v>13.7643993716706</c:v>
              </c:pt>
              <c:pt idx="2">
                <c:v>27.5164972401023</c:v>
              </c:pt>
              <c:pt idx="3">
                <c:v>19.9615372421156</c:v>
              </c:pt>
              <c:pt idx="4">
                <c:v>21.4690460726751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10.0095047298508</c:v>
              </c:pt>
              <c:pt idx="1">
                <c:v>14.1621002166154</c:v>
              </c:pt>
              <c:pt idx="2">
                <c:v>26.7833852935973</c:v>
              </c:pt>
              <c:pt idx="3">
                <c:v>18.7398362480005</c:v>
              </c:pt>
              <c:pt idx="4">
                <c:v>21.5121208155875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13.9256884526423</c:v>
              </c:pt>
              <c:pt idx="1">
                <c:v>19.498817176907</c:v>
              </c:pt>
              <c:pt idx="2">
                <c:v>37.9421424151289</c:v>
              </c:pt>
              <c:pt idx="3">
                <c:v>27.7961803941348</c:v>
              </c:pt>
              <c:pt idx="4">
                <c:v>29.9165261033372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10.4773388884204</c:v>
              </c:pt>
              <c:pt idx="1">
                <c:v>13.7957131196561</c:v>
              </c:pt>
              <c:pt idx="2">
                <c:v>26.6768704793214</c:v>
              </c:pt>
              <c:pt idx="3">
                <c:v>19.012611408688</c:v>
              </c:pt>
              <c:pt idx="4">
                <c:v>21.4550177013189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13.3165891948413</c:v>
              </c:pt>
              <c:pt idx="1">
                <c:v>19.4324744079902</c:v>
              </c:pt>
              <c:pt idx="2">
                <c:v>38.2559555983435</c:v>
              </c:pt>
              <c:pt idx="3">
                <c:v>27.5947172123605</c:v>
              </c:pt>
              <c:pt idx="4">
                <c:v>30.7644983314369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10.3105834843234</c:v>
              </c:pt>
              <c:pt idx="1">
                <c:v>13.6812673114161</c:v>
              </c:pt>
              <c:pt idx="2">
                <c:v>27.1728335143185</c:v>
              </c:pt>
              <c:pt idx="3">
                <c:v>18.7423603314097</c:v>
              </c:pt>
              <c:pt idx="4">
                <c:v>21.0804990622045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10.1639899186436</c:v>
              </c:pt>
              <c:pt idx="1">
                <c:v>14.3871477449175</c:v>
              </c:pt>
              <c:pt idx="2">
                <c:v>26.3991020017678</c:v>
              </c:pt>
              <c:pt idx="3">
                <c:v>19.1411621997407</c:v>
              </c:pt>
              <c:pt idx="4">
                <c:v>21.3012313481453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29.1815810561003</c:v>
              </c:pt>
              <c:pt idx="1">
                <c:v>58.1442818515979</c:v>
              </c:pt>
              <c:pt idx="2">
                <c:v>116.672207196925</c:v>
              </c:pt>
              <c:pt idx="3">
                <c:v>113.744828828747</c:v>
              </c:pt>
              <c:pt idx="4">
                <c:v>141.186582118244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Agent TPS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(b)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10.5162816565614</c:v>
              </c:pt>
              <c:pt idx="1">
                <c:v>14.2950436320654</c:v>
              </c:pt>
              <c:pt idx="2">
                <c:v>26.7387190092678</c:v>
              </c:pt>
              <c:pt idx="3">
                <c:v>19.6533555515907</c:v>
              </c:pt>
              <c:pt idx="4">
                <c:v>21.2293464038307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10.1595711291274</c:v>
              </c:pt>
              <c:pt idx="1">
                <c:v>13.7643993716706</c:v>
              </c:pt>
              <c:pt idx="2">
                <c:v>27.5164972401023</c:v>
              </c:pt>
              <c:pt idx="3">
                <c:v>19.9615372421156</c:v>
              </c:pt>
              <c:pt idx="4">
                <c:v>21.4690460726751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10.0095047298508</c:v>
              </c:pt>
              <c:pt idx="1">
                <c:v>14.1621002166154</c:v>
              </c:pt>
              <c:pt idx="2">
                <c:v>26.7833852935973</c:v>
              </c:pt>
              <c:pt idx="3">
                <c:v>18.7398362480005</c:v>
              </c:pt>
              <c:pt idx="4">
                <c:v>21.5121208155875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13.9256884526423</c:v>
              </c:pt>
              <c:pt idx="1">
                <c:v>19.498817176907</c:v>
              </c:pt>
              <c:pt idx="2">
                <c:v>37.9421424151289</c:v>
              </c:pt>
              <c:pt idx="3">
                <c:v>27.7961803941348</c:v>
              </c:pt>
              <c:pt idx="4">
                <c:v>29.9165261033372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10.4773388884204</c:v>
              </c:pt>
              <c:pt idx="1">
                <c:v>13.7957131196561</c:v>
              </c:pt>
              <c:pt idx="2">
                <c:v>26.6768704793214</c:v>
              </c:pt>
              <c:pt idx="3">
                <c:v>19.012611408688</c:v>
              </c:pt>
              <c:pt idx="4">
                <c:v>21.4550177013189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13.3165891948413</c:v>
              </c:pt>
              <c:pt idx="1">
                <c:v>19.4324744079902</c:v>
              </c:pt>
              <c:pt idx="2">
                <c:v>38.2559555983435</c:v>
              </c:pt>
              <c:pt idx="3">
                <c:v>27.5947172123605</c:v>
              </c:pt>
              <c:pt idx="4">
                <c:v>30.7644983314369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10.3105834843234</c:v>
              </c:pt>
              <c:pt idx="1">
                <c:v>13.6812673114161</c:v>
              </c:pt>
              <c:pt idx="2">
                <c:v>27.1728335143185</c:v>
              </c:pt>
              <c:pt idx="3">
                <c:v>18.7423603314097</c:v>
              </c:pt>
              <c:pt idx="4">
                <c:v>21.0804990622045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10.1639899186436</c:v>
              </c:pt>
              <c:pt idx="1">
                <c:v>14.3871477449175</c:v>
              </c:pt>
              <c:pt idx="2">
                <c:v>26.3991020017678</c:v>
              </c:pt>
              <c:pt idx="3">
                <c:v>19.1411621997407</c:v>
              </c:pt>
              <c:pt idx="4">
                <c:v>21.3012313481453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29.1815810561003</c:v>
              </c:pt>
              <c:pt idx="1">
                <c:v>58.1442818515979</c:v>
              </c:pt>
              <c:pt idx="2">
                <c:v>116.672207196925</c:v>
              </c:pt>
              <c:pt idx="3">
                <c:v>113.744828828747</c:v>
              </c:pt>
              <c:pt idx="4">
                <c:v>141.186582118244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(c) Estimated tokens per agent task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58582.8593612533</c:v>
              </c:pt>
              <c:pt idx="1">
                <c:v>83590.3934079075</c:v>
              </c:pt>
              <c:pt idx="2">
                <c:v>111406.183137837</c:v>
              </c:pt>
              <c:pt idx="3">
                <c:v>123547.879603053</c:v>
              </c:pt>
              <c:pt idx="4">
                <c:v>141541.136108143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60244.6114163614</c:v>
              </c:pt>
              <c:pt idx="1">
                <c:v>84679.0072905715</c:v>
              </c:pt>
              <c:pt idx="2">
                <c:v>108531.744820746</c:v>
              </c:pt>
              <c:pt idx="3">
                <c:v>120555.83714364</c:v>
              </c:pt>
              <c:pt idx="4">
                <c:v>139412.023060622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60332.5699491765</c:v>
              </c:pt>
              <c:pt idx="1">
                <c:v>83155.6262894846</c:v>
              </c:pt>
              <c:pt idx="2">
                <c:v>110093.65047659</c:v>
              </c:pt>
              <c:pt idx="3">
                <c:v>125743.962377575</c:v>
              </c:pt>
              <c:pt idx="4">
                <c:v>140016.613515432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47370.2222222222</c:v>
              </c:pt>
              <c:pt idx="1">
                <c:v>62779.0431888662</c:v>
              </c:pt>
              <c:pt idx="2">
                <c:v>79190.8071016901</c:v>
              </c:pt>
              <c:pt idx="3">
                <c:v>85840.882076301</c:v>
              </c:pt>
              <c:pt idx="4">
                <c:v>97009.408328349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58548.787674314</c:v>
              </c:pt>
              <c:pt idx="1">
                <c:v>84792.3781004547</c:v>
              </c:pt>
              <c:pt idx="2">
                <c:v>109684.144104197</c:v>
              </c:pt>
              <c:pt idx="3">
                <c:v>122846.099403781</c:v>
              </c:pt>
              <c:pt idx="4">
                <c:v>139710.740999287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47951.8544837704</c:v>
              </c:pt>
              <c:pt idx="1">
                <c:v>62747.4642024642</c:v>
              </c:pt>
              <c:pt idx="2">
                <c:v>78347.8471389713</c:v>
              </c:pt>
              <c:pt idx="3">
                <c:v>86773.5704215239</c:v>
              </c:pt>
              <c:pt idx="4">
                <c:v>97728.6727949134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59404.1666666667</c:v>
              </c:pt>
              <c:pt idx="1">
                <c:v>84467.4432610577</c:v>
              </c:pt>
              <c:pt idx="2">
                <c:v>110537.729707647</c:v>
              </c:pt>
              <c:pt idx="3">
                <c:v>125217.546645899</c:v>
              </c:pt>
              <c:pt idx="4">
                <c:v>139018.865912424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59399.1675824176</c:v>
              </c:pt>
              <c:pt idx="1">
                <c:v>81721.1350642539</c:v>
              </c:pt>
              <c:pt idx="2">
                <c:v>111840.951319266</c:v>
              </c:pt>
              <c:pt idx="3">
                <c:v>124436.379339958</c:v>
              </c:pt>
              <c:pt idx="4">
                <c:v>138936.315526815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27296.8495880529</c:v>
              </c:pt>
              <c:pt idx="1">
                <c:v>27638.9652380712</c:v>
              </c:pt>
              <c:pt idx="2">
                <c:v>27573.439724996</c:v>
              </c:pt>
              <c:pt idx="3">
                <c:v>27568.4087956361</c:v>
              </c:pt>
              <c:pt idx="4">
                <c:v>27576.7517114172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Tokens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(d) Latency distribution at 40 clients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275.237161588545</c:v>
              </c:pt>
              <c:pt idx="1">
                <c:v>1739.34065663877</c:v>
              </c:pt>
              <c:pt idx="2">
                <c:v>2319.80006078724</c:v>
              </c:pt>
              <c:pt idx="3">
                <c:v>2537.47037030555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253.723234559099</c:v>
              </c:pt>
              <c:pt idx="1">
                <c:v>1786.25168822861</c:v>
              </c:pt>
              <c:pt idx="2">
                <c:v>2455.13279135805</c:v>
              </c:pt>
              <c:pt idx="3">
                <c:v>2664.52917796886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278.533205467587</c:v>
              </c:pt>
              <c:pt idx="1">
                <c:v>1875.93988878652</c:v>
              </c:pt>
              <c:pt idx="2">
                <c:v>2384.41651653964</c:v>
              </c:pt>
              <c:pt idx="3">
                <c:v>2675.5648117022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240.898744979252</c:v>
              </c:pt>
              <c:pt idx="1">
                <c:v>1940.83632046046</c:v>
              </c:pt>
              <c:pt idx="2">
                <c:v>2589.49146182587</c:v>
              </c:pt>
              <c:pt idx="3">
                <c:v>2821.26437619888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264.237413182855</c:v>
              </c:pt>
              <c:pt idx="1">
                <c:v>1824.93600870948</c:v>
              </c:pt>
              <c:pt idx="2">
                <c:v>2541.62488943897</c:v>
              </c:pt>
              <c:pt idx="3">
                <c:v>2728.53802576692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239.659320175027</c:v>
              </c:pt>
              <c:pt idx="1">
                <c:v>1704.86247076187</c:v>
              </c:pt>
              <c:pt idx="2">
                <c:v>2551.62450535844</c:v>
              </c:pt>
              <c:pt idx="3">
                <c:v>2832.73551097932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281.143459801873</c:v>
              </c:pt>
              <c:pt idx="1">
                <c:v>1826.45367814694</c:v>
              </c:pt>
              <c:pt idx="2">
                <c:v>2475.44237401802</c:v>
              </c:pt>
              <c:pt idx="3">
                <c:v>2729.91244654808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254.700787675877</c:v>
              </c:pt>
              <c:pt idx="1">
                <c:v>1858.88163056225</c:v>
              </c:pt>
              <c:pt idx="2">
                <c:v>2410.43592711911</c:v>
              </c:pt>
              <c:pt idx="3">
                <c:v>2759.85810204813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p50</c:v>
              </c:pt>
              <c:pt idx="1">
                <c:v>p95</c:v>
              </c:pt>
              <c:pt idx="2">
                <c:v>p99</c:v>
              </c:pt>
              <c:pt idx="3">
                <c:v>p999</c:v>
              </c:pt>
            </c:strLit>
          </c:cat>
          <c:val>
            <c:numLit>
              <c:formatCode>General</c:formatCode>
              <c:ptCount val="4"/>
              <c:pt idx="0">
                <c:v>198.901772654305</c:v>
              </c:pt>
              <c:pt idx="1">
                <c:v>545.718687586486</c:v>
              </c:pt>
              <c:pt idx="2">
                <c:v>606.944821231688</c:v>
              </c:pt>
              <c:pt idx="3">
                <c:v>933.327341780074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Tail percentile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Latency (ms)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(a) Agent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464.470849875359</c:v>
              </c:pt>
              <c:pt idx="1">
                <c:v>467.836975597773</c:v>
              </c:pt>
              <c:pt idx="2">
                <c:v>444.152158673134</c:v>
              </c:pt>
              <c:pt idx="3">
                <c:v>351.909506706374</c:v>
              </c:pt>
              <c:pt idx="4">
                <c:v>332.169528283339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399.514650859981</c:v>
              </c:pt>
              <c:pt idx="1">
                <c:v>380.403431848791</c:v>
              </c:pt>
              <c:pt idx="2">
                <c:v>359.433511667873</c:v>
              </c:pt>
              <c:pt idx="3">
                <c:v>359.704090502207</c:v>
              </c:pt>
              <c:pt idx="4">
                <c:v>351.076505417079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402.906032882661</c:v>
              </c:pt>
              <c:pt idx="1">
                <c:v>381.349128654806</c:v>
              </c:pt>
              <c:pt idx="2">
                <c:v>363.858680618816</c:v>
              </c:pt>
              <c:pt idx="3">
                <c:v>370.120440725416</c:v>
              </c:pt>
              <c:pt idx="4">
                <c:v>352.206356410765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481.990997792343</c:v>
              </c:pt>
              <c:pt idx="1">
                <c:v>427.57801387149</c:v>
              </c:pt>
              <c:pt idx="2">
                <c:v>387.286493872161</c:v>
              </c:pt>
              <c:pt idx="3">
                <c:v>449.992630121046</c:v>
              </c:pt>
              <c:pt idx="4">
                <c:v>447.629387062266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440.981326159519</c:v>
              </c:pt>
              <c:pt idx="1">
                <c:v>422.34138204759</c:v>
              </c:pt>
              <c:pt idx="2">
                <c:v>386.540288781185</c:v>
              </c:pt>
              <c:pt idx="3">
                <c:v>372.861972244998</c:v>
              </c:pt>
              <c:pt idx="4">
                <c:v>355.415208194925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419.912123945024</c:v>
              </c:pt>
              <c:pt idx="1">
                <c:v>434.216936441169</c:v>
              </c:pt>
              <c:pt idx="2">
                <c:v>386.230701721608</c:v>
              </c:pt>
              <c:pt idx="3">
                <c:v>376.501539594751</c:v>
              </c:pt>
              <c:pt idx="4">
                <c:v>355.840258934484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397.024142585291</c:v>
              </c:pt>
              <c:pt idx="1">
                <c:v>366.111156592066</c:v>
              </c:pt>
              <c:pt idx="2">
                <c:v>343.149891266244</c:v>
              </c:pt>
              <c:pt idx="3">
                <c:v>346.958451041345</c:v>
              </c:pt>
              <c:pt idx="4">
                <c:v>323.685075911503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434.981713877184</c:v>
              </c:pt>
              <c:pt idx="1">
                <c:v>404.387691921037</c:v>
              </c:pt>
              <c:pt idx="2">
                <c:v>377.424105980724</c:v>
              </c:pt>
              <c:pt idx="3">
                <c:v>376.363107014916</c:v>
              </c:pt>
              <c:pt idx="4">
                <c:v>394.685009463155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468.866901851987</c:v>
              </c:pt>
              <c:pt idx="1">
                <c:v>474.617628420923</c:v>
              </c:pt>
              <c:pt idx="2">
                <c:v>464.380011880467</c:v>
              </c:pt>
              <c:pt idx="3">
                <c:v>363.258724743701</c:v>
              </c:pt>
              <c:pt idx="4">
                <c:v>331.959182041846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Agent TPS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(b)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464.470849875359</c:v>
              </c:pt>
              <c:pt idx="1">
                <c:v>467.836975597773</c:v>
              </c:pt>
              <c:pt idx="2">
                <c:v>444.152158673134</c:v>
              </c:pt>
              <c:pt idx="3">
                <c:v>351.909506706374</c:v>
              </c:pt>
              <c:pt idx="4">
                <c:v>332.169528283339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399.514650859981</c:v>
              </c:pt>
              <c:pt idx="1">
                <c:v>380.403431848791</c:v>
              </c:pt>
              <c:pt idx="2">
                <c:v>359.433511667873</c:v>
              </c:pt>
              <c:pt idx="3">
                <c:v>359.704090502207</c:v>
              </c:pt>
              <c:pt idx="4">
                <c:v>351.076505417079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402.906032882661</c:v>
              </c:pt>
              <c:pt idx="1">
                <c:v>381.349128654806</c:v>
              </c:pt>
              <c:pt idx="2">
                <c:v>363.858680618816</c:v>
              </c:pt>
              <c:pt idx="3">
                <c:v>370.120440725416</c:v>
              </c:pt>
              <c:pt idx="4">
                <c:v>352.206356410765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481.990997792343</c:v>
              </c:pt>
              <c:pt idx="1">
                <c:v>427.57801387149</c:v>
              </c:pt>
              <c:pt idx="2">
                <c:v>387.286493872161</c:v>
              </c:pt>
              <c:pt idx="3">
                <c:v>449.992630121046</c:v>
              </c:pt>
              <c:pt idx="4">
                <c:v>447.629387062266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440.981326159519</c:v>
              </c:pt>
              <c:pt idx="1">
                <c:v>422.34138204759</c:v>
              </c:pt>
              <c:pt idx="2">
                <c:v>386.540288781185</c:v>
              </c:pt>
              <c:pt idx="3">
                <c:v>372.861972244998</c:v>
              </c:pt>
              <c:pt idx="4">
                <c:v>355.415208194925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419.912123945024</c:v>
              </c:pt>
              <c:pt idx="1">
                <c:v>434.216936441169</c:v>
              </c:pt>
              <c:pt idx="2">
                <c:v>386.230701721608</c:v>
              </c:pt>
              <c:pt idx="3">
                <c:v>376.501539594751</c:v>
              </c:pt>
              <c:pt idx="4">
                <c:v>355.840258934484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397.024142585291</c:v>
              </c:pt>
              <c:pt idx="1">
                <c:v>366.111156592066</c:v>
              </c:pt>
              <c:pt idx="2">
                <c:v>343.149891266244</c:v>
              </c:pt>
              <c:pt idx="3">
                <c:v>346.958451041345</c:v>
              </c:pt>
              <c:pt idx="4">
                <c:v>323.685075911503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434.981713877184</c:v>
              </c:pt>
              <c:pt idx="1">
                <c:v>404.387691921037</c:v>
              </c:pt>
              <c:pt idx="2">
                <c:v>377.424105980724</c:v>
              </c:pt>
              <c:pt idx="3">
                <c:v>376.363107014916</c:v>
              </c:pt>
              <c:pt idx="4">
                <c:v>394.685009463155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468.866901851987</c:v>
              </c:pt>
              <c:pt idx="1">
                <c:v>474.617628420923</c:v>
              </c:pt>
              <c:pt idx="2">
                <c:v>464.380011880467</c:v>
              </c:pt>
              <c:pt idx="3">
                <c:v>363.258724743701</c:v>
              </c:pt>
              <c:pt idx="4">
                <c:v>331.959182041846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1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(a) Agent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5.00418072838844</c:v>
              </c:pt>
              <c:pt idx="1">
                <c:v>6.13677661861916</c:v>
              </c:pt>
              <c:pt idx="2">
                <c:v>7.41074723885583</c:v>
              </c:pt>
              <c:pt idx="3">
                <c:v>7.59762650093228</c:v>
              </c:pt>
              <c:pt idx="4">
                <c:v>8.20932397773471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4.6786907877996</c:v>
              </c:pt>
              <c:pt idx="1">
                <c:v>5.04615630519368</c:v>
              </c:pt>
              <c:pt idx="2">
                <c:v>5.60539587097877</c:v>
              </c:pt>
              <c:pt idx="3">
                <c:v>5.72793363730252</c:v>
              </c:pt>
              <c:pt idx="4">
                <c:v>5.98507727468444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4.57596779678346</c:v>
              </c:pt>
              <c:pt idx="1">
                <c:v>5.37880045233477</c:v>
              </c:pt>
              <c:pt idx="2">
                <c:v>5.33440965777453</c:v>
              </c:pt>
              <c:pt idx="3">
                <c:v>5.73341030904327</c:v>
              </c:pt>
              <c:pt idx="4">
                <c:v>6.08138985281001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4.79856713060362</c:v>
              </c:pt>
              <c:pt idx="1">
                <c:v>6.44081391909035</c:v>
              </c:pt>
              <c:pt idx="2">
                <c:v>7.42446420336538</c:v>
              </c:pt>
              <c:pt idx="3">
                <c:v>7.89984356555985</c:v>
              </c:pt>
              <c:pt idx="4">
                <c:v>8.62816301904606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5.13556443875055</c:v>
              </c:pt>
              <c:pt idx="1">
                <c:v>6.3127619816923</c:v>
              </c:pt>
              <c:pt idx="2">
                <c:v>7.19947054947278</c:v>
              </c:pt>
              <c:pt idx="3">
                <c:v>7.80658173467264</c:v>
              </c:pt>
              <c:pt idx="4">
                <c:v>8.16805182933252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4.93971926651223</c:v>
              </c:pt>
              <c:pt idx="1">
                <c:v>6.1791368893767</c:v>
              </c:pt>
              <c:pt idx="2">
                <c:v>7.19265557989998</c:v>
              </c:pt>
              <c:pt idx="3">
                <c:v>7.97776904821231</c:v>
              </c:pt>
              <c:pt idx="4">
                <c:v>8.3481161474204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2.71508013973413</c:v>
              </c:pt>
              <c:pt idx="1">
                <c:v>1.92648681255152</c:v>
              </c:pt>
              <c:pt idx="2">
                <c:v>1.38804085656932</c:v>
              </c:pt>
              <c:pt idx="3">
                <c:v>1.14143881884421</c:v>
              </c:pt>
              <c:pt idx="4">
                <c:v>1.00246949448511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5.32552160412705</c:v>
              </c:pt>
              <c:pt idx="1">
                <c:v>6.29764856707952</c:v>
              </c:pt>
              <c:pt idx="2">
                <c:v>7.15140272529047</c:v>
              </c:pt>
              <c:pt idx="3">
                <c:v>7.69936152756125</c:v>
              </c:pt>
              <c:pt idx="4">
                <c:v>8.29256903891485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25.0932612738959</c:v>
              </c:pt>
              <c:pt idx="1">
                <c:v>49.1271378102542</c:v>
              </c:pt>
              <c:pt idx="2">
                <c:v>71.5015945224693</c:v>
              </c:pt>
              <c:pt idx="3">
                <c:v>91.6848010693986</c:v>
              </c:pt>
              <c:pt idx="4">
                <c:v>112.292895536222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Agent TPS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11111"/>
                </a:solidFill>
              </a:rPr>
              <a:t>(b) Transaction throughput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11111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OCC</c:v>
          </c:tx>
          <c:spPr>
            <a:ln xmlns:a="http://schemas.openxmlformats.org/drawingml/2006/main" w="19050">
              <a:solidFill>
                <a:srgbClr val="4E79A7"/>
              </a:solidFill>
              <a:prstDash val="solid"/>
            </a:ln>
          </c:spPr>
          <c:marker>
            <c:symbol val="triangl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5.00418072838844</c:v>
              </c:pt>
              <c:pt idx="1">
                <c:v>6.13677661861916</c:v>
              </c:pt>
              <c:pt idx="2">
                <c:v>7.41074723885583</c:v>
              </c:pt>
              <c:pt idx="3">
                <c:v>7.59762650093228</c:v>
              </c:pt>
              <c:pt idx="4">
                <c:v>8.20932397773471</c:v>
              </c:pt>
            </c:numLit>
          </c:val>
        </c:ser>
        <c:ser>
          <c:idx val="1"/>
          <c:order val="1"/>
          <c:tx>
            <c:v>2PL-nowait</c:v>
          </c:tx>
          <c:spPr>
            <a:ln xmlns:a="http://schemas.openxmlformats.org/drawingml/2006/main" w="19050">
              <a:solidFill>
                <a:srgbClr val="59A14F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4.6786907877996</c:v>
              </c:pt>
              <c:pt idx="1">
                <c:v>5.04615630519368</c:v>
              </c:pt>
              <c:pt idx="2">
                <c:v>5.60539587097877</c:v>
              </c:pt>
              <c:pt idx="3">
                <c:v>5.72793363730252</c:v>
              </c:pt>
              <c:pt idx="4">
                <c:v>5.98507727468444</c:v>
              </c:pt>
            </c:numLit>
          </c:val>
        </c:ser>
        <c:ser>
          <c:idx val="2"/>
          <c:order val="2"/>
          <c:tx>
            <c:v>2PL-wait-die</c:v>
          </c:tx>
          <c:spPr>
            <a:ln xmlns:a="http://schemas.openxmlformats.org/drawingml/2006/main" w="19050">
              <a:solidFill>
                <a:srgbClr val="B07AA1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4.57596779678346</c:v>
              </c:pt>
              <c:pt idx="1">
                <c:v>5.37880045233477</c:v>
              </c:pt>
              <c:pt idx="2">
                <c:v>5.33440965777453</c:v>
              </c:pt>
              <c:pt idx="3">
                <c:v>5.73341030904327</c:v>
              </c:pt>
              <c:pt idx="4">
                <c:v>6.08138985281001</c:v>
              </c:pt>
            </c:numLit>
          </c:val>
        </c:ser>
        <c:ser>
          <c:idx val="3"/>
          <c:order val="3"/>
          <c:tx>
            <c:v>MVCC</c:v>
          </c:tx>
          <c:spPr>
            <a:ln xmlns:a="http://schemas.openxmlformats.org/drawingml/2006/main" w="19050">
              <a:solidFill>
                <a:srgbClr val="F28E2B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4.79856713060362</c:v>
              </c:pt>
              <c:pt idx="1">
                <c:v>6.44081391909035</c:v>
              </c:pt>
              <c:pt idx="2">
                <c:v>7.42446420336538</c:v>
              </c:pt>
              <c:pt idx="3">
                <c:v>7.89984356555985</c:v>
              </c:pt>
              <c:pt idx="4">
                <c:v>8.62816301904606</c:v>
              </c:pt>
            </c:numLit>
          </c:val>
        </c:ser>
        <c:ser>
          <c:idx val="4"/>
          <c:order val="4"/>
          <c:tx>
            <c:v>Silo</c:v>
          </c:tx>
          <c:spPr>
            <a:ln xmlns:a="http://schemas.openxmlformats.org/drawingml/2006/main" w="19050">
              <a:solidFill>
                <a:srgbClr val="EDC948"/>
              </a:solidFill>
              <a:prstDash val="solid"/>
            </a:ln>
          </c:spPr>
          <c:marker>
            <c:symbol val="x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5.13556443875055</c:v>
              </c:pt>
              <c:pt idx="1">
                <c:v>6.3127619816923</c:v>
              </c:pt>
              <c:pt idx="2">
                <c:v>7.19947054947278</c:v>
              </c:pt>
              <c:pt idx="3">
                <c:v>7.80658173467264</c:v>
              </c:pt>
              <c:pt idx="4">
                <c:v>8.16805182933252</c:v>
              </c:pt>
            </c:numLit>
          </c:val>
        </c:ser>
        <c:ser>
          <c:idx val="5"/>
          <c:order val="5"/>
          <c:tx>
            <c:v>TicToc</c:v>
          </c:tx>
          <c:spPr>
            <a:ln xmlns:a="http://schemas.openxmlformats.org/drawingml/2006/main" w="19050">
              <a:solidFill>
                <a:srgbClr val="76B7B2"/>
              </a:solidFill>
              <a:prstDash val="solid"/>
            </a:ln>
          </c:spPr>
          <c:marker>
            <c:symbol val="plus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4.93971926651223</c:v>
              </c:pt>
              <c:pt idx="1">
                <c:v>6.1791368893767</c:v>
              </c:pt>
              <c:pt idx="2">
                <c:v>7.19265557989998</c:v>
              </c:pt>
              <c:pt idx="3">
                <c:v>7.97776904821231</c:v>
              </c:pt>
              <c:pt idx="4">
                <c:v>8.3481161474204</c:v>
              </c:pt>
            </c:numLit>
          </c:val>
        </c:ser>
        <c:ser>
          <c:idx val="6"/>
          <c:order val="6"/>
          <c:tx>
            <c:v>Bamboo</c:v>
          </c:tx>
          <c:spPr>
            <a:ln xmlns:a="http://schemas.openxmlformats.org/drawingml/2006/main" w="19050">
              <a:solidFill>
                <a:srgbClr val="9C755F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2.71508013973413</c:v>
              </c:pt>
              <c:pt idx="1">
                <c:v>1.92648681255152</c:v>
              </c:pt>
              <c:pt idx="2">
                <c:v>1.38804085656932</c:v>
              </c:pt>
              <c:pt idx="3">
                <c:v>1.14143881884421</c:v>
              </c:pt>
              <c:pt idx="4">
                <c:v>1.00246949448511</c:v>
              </c:pt>
            </c:numLit>
          </c:val>
        </c:ser>
        <c:ser>
          <c:idx val="7"/>
          <c:order val="7"/>
          <c:tx>
            <c:v>Polaris</c:v>
          </c:tx>
          <c:spPr>
            <a:ln xmlns:a="http://schemas.openxmlformats.org/drawingml/2006/main" w="19050">
              <a:solidFill>
                <a:srgbClr val="7AAE42"/>
              </a:solidFill>
              <a:prstDash val="solid"/>
            </a:ln>
          </c:spPr>
          <c:marker>
            <c:symbol val="square"/>
            <c:size val="6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5.32552160412705</c:v>
              </c:pt>
              <c:pt idx="1">
                <c:v>6.29764856707952</c:v>
              </c:pt>
              <c:pt idx="2">
                <c:v>7.15140272529047</c:v>
              </c:pt>
              <c:pt idx="3">
                <c:v>7.69936152756125</c:v>
              </c:pt>
              <c:pt idx="4">
                <c:v>8.29256903891485</c:v>
              </c:pt>
            </c:numLit>
          </c:val>
        </c:ser>
        <c:ser>
          <c:idx val="8"/>
          <c:order val="8"/>
          <c:tx>
            <c:v>ATCC</c:v>
          </c:tx>
          <c:spPr>
            <a:ln xmlns:a="http://schemas.openxmlformats.org/drawingml/2006/main" w="38100">
              <a:solidFill>
                <a:srgbClr val="E31A1C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24</c:v>
              </c:pt>
              <c:pt idx="3">
                <c:v>32</c:v>
              </c:pt>
              <c:pt idx="4">
                <c:v>40</c:v>
              </c:pt>
            </c:numLit>
          </c:cat>
          <c:val>
            <c:numLit>
              <c:formatCode>General</c:formatCode>
              <c:ptCount val="5"/>
              <c:pt idx="0">
                <c:v>25.0932612738959</c:v>
              </c:pt>
              <c:pt idx="1">
                <c:v>49.1271378102542</c:v>
              </c:pt>
              <c:pt idx="2">
                <c:v>71.5015945224693</c:v>
              </c:pt>
              <c:pt idx="3">
                <c:v>91.6848010693986</c:v>
              </c:pt>
              <c:pt idx="4">
                <c:v>112.292895536222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# of Clients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dash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111111"/>
                    </a:solidFill>
                  </a:rPr>
                  <a:t>Throughput (TPS)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11111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1111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111111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111111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EAA12B-BA3B-423D-A131-B8E05014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YCSB Low Contention</a:t>
            </a:r>
          </a:p>
        </p:txBody>
      </p:sp>
      <p:sp>
        <p:nvSpPr>
          <p:cNvPr id="2" name="slide-caption">
            <a:extLst xmlns:a="http://schemas.openxmlformats.org/drawingml/2006/main">
              <a:ext uri="{FF2B5EF4-FFF2-40B4-BE49-F238E27FC236}">
                <a16:creationId xmlns:a16="http://schemas.microsoft.com/office/drawing/2014/main" id="{CCD04F6A-3F8B-4A35-B670-98080ED8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Uniform access / low contention</a:t>
            </a:r>
          </a:p>
        </p:txBody>
      </p:sp>
      <p:sp>
        <p:nvSpPr>
          <p:cNvPr id="3" name="legend-line-OCC">
            <a:extLst xmlns:a="http://schemas.openxmlformats.org/drawingml/2006/main">
              <a:ext uri="{FF2B5EF4-FFF2-40B4-BE49-F238E27FC236}">
                <a16:creationId xmlns:a16="http://schemas.microsoft.com/office/drawing/2014/main" id="{469FDBB6-BC68-4C03-9085-D02B2061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E79A7"/>
            </a:solidFill>
            <a:prstDash val="solid"/>
          </a:ln>
        </p:spPr>
      </p:sp>
      <p:sp>
        <p:nvSpPr>
          <p:cNvPr id="4" name="legend-marker-OCC">
            <a:extLst xmlns:a="http://schemas.openxmlformats.org/drawingml/2006/main">
              <a:ext uri="{FF2B5EF4-FFF2-40B4-BE49-F238E27FC236}">
                <a16:creationId xmlns:a16="http://schemas.microsoft.com/office/drawing/2014/main" id="{DE269FDE-1676-43AA-A433-33C1FC7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9525">
            <a:solidFill>
              <a:srgbClr val="4E79A7"/>
            </a:solidFill>
            <a:prstDash val="solid"/>
          </a:ln>
        </p:spPr>
      </p:sp>
      <p:sp>
        <p:nvSpPr>
          <p:cNvPr id="5" name="legend-text-OCC">
            <a:extLst xmlns:a="http://schemas.openxmlformats.org/drawingml/2006/main">
              <a:ext uri="{FF2B5EF4-FFF2-40B4-BE49-F238E27FC236}">
                <a16:creationId xmlns:a16="http://schemas.microsoft.com/office/drawing/2014/main" id="{28AAB291-8AC6-41B3-884F-A25A3CA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OCC</a:t>
            </a:r>
          </a:p>
        </p:txBody>
      </p:sp>
      <p:sp>
        <p:nvSpPr>
          <p:cNvPr id="6" name="legend-line-2PL-nowait">
            <a:extLst xmlns:a="http://schemas.openxmlformats.org/drawingml/2006/main">
              <a:ext uri="{FF2B5EF4-FFF2-40B4-BE49-F238E27FC236}">
                <a16:creationId xmlns:a16="http://schemas.microsoft.com/office/drawing/2014/main" id="{515BAEF8-854E-405E-A896-F8CCBE0D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A14F"/>
            </a:solidFill>
            <a:prstDash val="solid"/>
          </a:ln>
        </p:spPr>
      </p:sp>
      <p:sp>
        <p:nvSpPr>
          <p:cNvPr id="7" name="legend-marker-2PL-nowait">
            <a:extLst xmlns:a="http://schemas.openxmlformats.org/drawingml/2006/main">
              <a:ext uri="{FF2B5EF4-FFF2-40B4-BE49-F238E27FC236}">
                <a16:creationId xmlns:a16="http://schemas.microsoft.com/office/drawing/2014/main" id="{8DB08FAE-2E44-4AFA-9E5A-F7D57543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14F"/>
          </a:solidFill>
          <a:ln xmlns:a="http://schemas.openxmlformats.org/drawingml/2006/main" w="9525">
            <a:solidFill>
              <a:srgbClr val="59A14F"/>
            </a:solidFill>
            <a:prstDash val="solid"/>
          </a:ln>
        </p:spPr>
      </p:sp>
      <p:sp>
        <p:nvSpPr>
          <p:cNvPr id="8" name="legend-text-2PL-nowait">
            <a:extLst xmlns:a="http://schemas.openxmlformats.org/drawingml/2006/main">
              <a:ext uri="{FF2B5EF4-FFF2-40B4-BE49-F238E27FC236}">
                <a16:creationId xmlns:a16="http://schemas.microsoft.com/office/drawing/2014/main" id="{29104D7D-1749-43BF-B5DA-6FBE305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2PL-nowait</a:t>
            </a:r>
          </a:p>
        </p:txBody>
      </p:sp>
      <p:sp>
        <p:nvSpPr>
          <p:cNvPr id="9" name="legend-line-2PL-wait-die">
            <a:extLst xmlns:a="http://schemas.openxmlformats.org/drawingml/2006/main">
              <a:ext uri="{FF2B5EF4-FFF2-40B4-BE49-F238E27FC236}">
                <a16:creationId xmlns:a16="http://schemas.microsoft.com/office/drawing/2014/main" id="{01E1418A-8952-4C30-93A8-399815F2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7AA1"/>
            </a:solidFill>
            <a:prstDash val="solid"/>
          </a:ln>
        </p:spPr>
      </p:sp>
      <p:sp>
        <p:nvSpPr>
          <p:cNvPr id="10" name="legend-marker-2PL-wait-die">
            <a:extLst xmlns:a="http://schemas.openxmlformats.org/drawingml/2006/main">
              <a:ext uri="{FF2B5EF4-FFF2-40B4-BE49-F238E27FC236}">
                <a16:creationId xmlns:a16="http://schemas.microsoft.com/office/drawing/2014/main" id="{858253BB-F9E6-4556-AB19-3A4E861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A1"/>
          </a:solidFill>
          <a:ln xmlns:a="http://schemas.openxmlformats.org/drawingml/2006/main" w="9525">
            <a:solidFill>
              <a:srgbClr val="B07AA1"/>
            </a:solidFill>
            <a:prstDash val="solid"/>
          </a:ln>
        </p:spPr>
      </p:sp>
      <p:sp>
        <p:nvSpPr>
          <p:cNvPr id="11" name="legend-text-2PL-wait-die">
            <a:extLst xmlns:a="http://schemas.openxmlformats.org/drawingml/2006/main">
              <a:ext uri="{FF2B5EF4-FFF2-40B4-BE49-F238E27FC236}">
                <a16:creationId xmlns:a16="http://schemas.microsoft.com/office/drawing/2014/main" id="{B1D1FFC4-49F8-4F38-B6EA-B21B1AAB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2PL-wait-die</a:t>
            </a:r>
          </a:p>
        </p:txBody>
      </p:sp>
      <p:sp>
        <p:nvSpPr>
          <p:cNvPr id="12" name="legend-line-MVCC">
            <a:extLst xmlns:a="http://schemas.openxmlformats.org/drawingml/2006/main">
              <a:ext uri="{FF2B5EF4-FFF2-40B4-BE49-F238E27FC236}">
                <a16:creationId xmlns:a16="http://schemas.microsoft.com/office/drawing/2014/main" id="{0A43EF8D-525F-4216-9A30-8D2DA14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legend-marker-MVCC">
            <a:extLst xmlns:a="http://schemas.openxmlformats.org/drawingml/2006/main">
              <a:ext uri="{FF2B5EF4-FFF2-40B4-BE49-F238E27FC236}">
                <a16:creationId xmlns:a16="http://schemas.microsoft.com/office/drawing/2014/main" id="{F831FC9C-CA7D-40A1-97F0-6EC8B41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4" name="legend-text-MVCC">
            <a:extLst xmlns:a="http://schemas.openxmlformats.org/drawingml/2006/main">
              <a:ext uri="{FF2B5EF4-FFF2-40B4-BE49-F238E27FC236}">
                <a16:creationId xmlns:a16="http://schemas.microsoft.com/office/drawing/2014/main" id="{3A534C17-7093-4CB5-B63E-87EAEDE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MVCC</a:t>
            </a:r>
          </a:p>
        </p:txBody>
      </p:sp>
      <p:sp>
        <p:nvSpPr>
          <p:cNvPr id="15" name="legend-line-Silo">
            <a:extLst xmlns:a="http://schemas.openxmlformats.org/drawingml/2006/main">
              <a:ext uri="{FF2B5EF4-FFF2-40B4-BE49-F238E27FC236}">
                <a16:creationId xmlns:a16="http://schemas.microsoft.com/office/drawing/2014/main" id="{A417371B-BF10-4963-ACA4-3152D948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DC948"/>
            </a:solidFill>
            <a:prstDash val="solid"/>
          </a:ln>
        </p:spPr>
      </p:sp>
      <p:sp>
        <p:nvSpPr>
          <p:cNvPr id="16" name="legend-marker-Silo">
            <a:extLst xmlns:a="http://schemas.openxmlformats.org/drawingml/2006/main">
              <a:ext uri="{FF2B5EF4-FFF2-40B4-BE49-F238E27FC236}">
                <a16:creationId xmlns:a16="http://schemas.microsoft.com/office/drawing/2014/main" id="{C80F4990-579F-4470-9721-87A5B97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948"/>
          </a:solidFill>
          <a:ln xmlns:a="http://schemas.openxmlformats.org/drawingml/2006/main" w="9525">
            <a:solidFill>
              <a:srgbClr val="EDC948"/>
            </a:solidFill>
            <a:prstDash val="solid"/>
          </a:ln>
        </p:spPr>
      </p:sp>
      <p:sp>
        <p:nvSpPr>
          <p:cNvPr id="17" name="legend-text-Silo">
            <a:extLst xmlns:a="http://schemas.openxmlformats.org/drawingml/2006/main">
              <a:ext uri="{FF2B5EF4-FFF2-40B4-BE49-F238E27FC236}">
                <a16:creationId xmlns:a16="http://schemas.microsoft.com/office/drawing/2014/main" id="{D3C67A08-0A70-44EF-9AE5-EE0CE9E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Silo</a:t>
            </a:r>
          </a:p>
        </p:txBody>
      </p:sp>
      <p:sp>
        <p:nvSpPr>
          <p:cNvPr id="18" name="legend-line-TicToc">
            <a:extLst xmlns:a="http://schemas.openxmlformats.org/drawingml/2006/main">
              <a:ext uri="{FF2B5EF4-FFF2-40B4-BE49-F238E27FC236}">
                <a16:creationId xmlns:a16="http://schemas.microsoft.com/office/drawing/2014/main" id="{F60B8407-9F55-43F3-B1A0-2EB2A57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B2"/>
            </a:solidFill>
            <a:prstDash val="solid"/>
          </a:ln>
        </p:spPr>
      </p:sp>
      <p:sp>
        <p:nvSpPr>
          <p:cNvPr id="19" name="legend-marker-TicToc">
            <a:extLst xmlns:a="http://schemas.openxmlformats.org/drawingml/2006/main">
              <a:ext uri="{FF2B5EF4-FFF2-40B4-BE49-F238E27FC236}">
                <a16:creationId xmlns:a16="http://schemas.microsoft.com/office/drawing/2014/main" id="{81744289-F6E8-4688-87A7-C166E553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7B2"/>
          </a:solidFill>
          <a:ln xmlns:a="http://schemas.openxmlformats.org/drawingml/2006/main" w="9525">
            <a:solidFill>
              <a:srgbClr val="76B7B2"/>
            </a:solidFill>
            <a:prstDash val="solid"/>
          </a:ln>
        </p:spPr>
      </p:sp>
      <p:sp>
        <p:nvSpPr>
          <p:cNvPr id="20" name="legend-text-TicToc">
            <a:extLst xmlns:a="http://schemas.openxmlformats.org/drawingml/2006/main">
              <a:ext uri="{FF2B5EF4-FFF2-40B4-BE49-F238E27FC236}">
                <a16:creationId xmlns:a16="http://schemas.microsoft.com/office/drawing/2014/main" id="{A2E62A3E-A1F3-4F92-89E2-FD55BCB7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TicToc</a:t>
            </a:r>
          </a:p>
        </p:txBody>
      </p:sp>
      <p:sp>
        <p:nvSpPr>
          <p:cNvPr id="21" name="legend-line-Bamboo">
            <a:extLst xmlns:a="http://schemas.openxmlformats.org/drawingml/2006/main">
              <a:ext uri="{FF2B5EF4-FFF2-40B4-BE49-F238E27FC236}">
                <a16:creationId xmlns:a16="http://schemas.microsoft.com/office/drawing/2014/main" id="{49BE844E-0DC4-4C77-966D-13398AF3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C755F"/>
            </a:solidFill>
            <a:prstDash val="solid"/>
          </a:ln>
        </p:spPr>
      </p:sp>
      <p:sp>
        <p:nvSpPr>
          <p:cNvPr id="22" name="legend-marker-Bamboo">
            <a:extLst xmlns:a="http://schemas.openxmlformats.org/drawingml/2006/main">
              <a:ext uri="{FF2B5EF4-FFF2-40B4-BE49-F238E27FC236}">
                <a16:creationId xmlns:a16="http://schemas.microsoft.com/office/drawing/2014/main" id="{8BDA0AD5-5C57-4FC6-ACDC-7932D23C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55F"/>
          </a:solidFill>
          <a:ln xmlns:a="http://schemas.openxmlformats.org/drawingml/2006/main" w="9525">
            <a:solidFill>
              <a:srgbClr val="9C755F"/>
            </a:solidFill>
            <a:prstDash val="solid"/>
          </a:ln>
        </p:spPr>
      </p:sp>
      <p:sp>
        <p:nvSpPr>
          <p:cNvPr id="23" name="legend-text-Bamboo">
            <a:extLst xmlns:a="http://schemas.openxmlformats.org/drawingml/2006/main">
              <a:ext uri="{FF2B5EF4-FFF2-40B4-BE49-F238E27FC236}">
                <a16:creationId xmlns:a16="http://schemas.microsoft.com/office/drawing/2014/main" id="{D18355A0-E896-4EF8-A18D-BE9DEDF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Bamboo</a:t>
            </a:r>
          </a:p>
        </p:txBody>
      </p:sp>
      <p:sp>
        <p:nvSpPr>
          <p:cNvPr id="24" name="legend-line-Polaris">
            <a:extLst xmlns:a="http://schemas.openxmlformats.org/drawingml/2006/main">
              <a:ext uri="{FF2B5EF4-FFF2-40B4-BE49-F238E27FC236}">
                <a16:creationId xmlns:a16="http://schemas.microsoft.com/office/drawing/2014/main" id="{D1DC3761-99CC-4C0B-ADD1-A5CB8C97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AAE42"/>
            </a:solidFill>
            <a:prstDash val="solid"/>
          </a:ln>
        </p:spPr>
      </p:sp>
      <p:sp>
        <p:nvSpPr>
          <p:cNvPr id="25" name="legend-marker-Polaris">
            <a:extLst xmlns:a="http://schemas.openxmlformats.org/drawingml/2006/main">
              <a:ext uri="{FF2B5EF4-FFF2-40B4-BE49-F238E27FC236}">
                <a16:creationId xmlns:a16="http://schemas.microsoft.com/office/drawing/2014/main" id="{8505F78E-8ECF-4818-A2E4-CE476D4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E42"/>
          </a:solidFill>
          <a:ln xmlns:a="http://schemas.openxmlformats.org/drawingml/2006/main" w="9525">
            <a:solidFill>
              <a:srgbClr val="7AAE42"/>
            </a:solidFill>
            <a:prstDash val="solid"/>
          </a:ln>
        </p:spPr>
      </p:sp>
      <p:sp>
        <p:nvSpPr>
          <p:cNvPr id="26" name="legend-text-Polaris">
            <a:extLst xmlns:a="http://schemas.openxmlformats.org/drawingml/2006/main">
              <a:ext uri="{FF2B5EF4-FFF2-40B4-BE49-F238E27FC236}">
                <a16:creationId xmlns:a16="http://schemas.microsoft.com/office/drawing/2014/main" id="{10C733B1-9548-4314-B5FB-5DC9836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Polaris</a:t>
            </a:r>
          </a:p>
        </p:txBody>
      </p:sp>
      <p:sp>
        <p:nvSpPr>
          <p:cNvPr id="27" name="legend-line-ATCC">
            <a:extLst xmlns:a="http://schemas.openxmlformats.org/drawingml/2006/main">
              <a:ext uri="{FF2B5EF4-FFF2-40B4-BE49-F238E27FC236}">
                <a16:creationId xmlns:a16="http://schemas.microsoft.com/office/drawing/2014/main" id="{F82ED748-349A-4E41-97C4-D6C8E90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31A1C"/>
            </a:solidFill>
            <a:prstDash val="solid"/>
          </a:ln>
        </p:spPr>
      </p:sp>
      <p:sp>
        <p:nvSpPr>
          <p:cNvPr id="28" name="legend-marker-ATCC">
            <a:extLst xmlns:a="http://schemas.openxmlformats.org/drawingml/2006/main">
              <a:ext uri="{FF2B5EF4-FFF2-40B4-BE49-F238E27FC236}">
                <a16:creationId xmlns:a16="http://schemas.microsoft.com/office/drawing/2014/main" id="{ECAD61E6-6111-412D-9283-61F7A2D3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7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A1C"/>
          </a:solidFill>
          <a:ln xmlns:a="http://schemas.openxmlformats.org/drawingml/2006/main" w="9525">
            <a:solidFill>
              <a:srgbClr val="E31A1C"/>
            </a:solidFill>
            <a:prstDash val="solid"/>
          </a:ln>
        </p:spPr>
      </p:sp>
      <p:sp>
        <p:nvSpPr>
          <p:cNvPr id="29" name="legend-text-ATCC">
            <a:extLst xmlns:a="http://schemas.openxmlformats.org/drawingml/2006/main">
              <a:ext uri="{FF2B5EF4-FFF2-40B4-BE49-F238E27FC236}">
                <a16:creationId xmlns:a16="http://schemas.microsoft.com/office/drawing/2014/main" id="{A8FBE07C-3737-4443-8C27-9061C238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ATCC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3333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9fb52d0999463e"/>
          </a:graphicData>
        </a:graphic>
      </p:graphicFrame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62388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d801f8cfd843c6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3333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e392eb94bd4ecd"/>
          </a:graphicData>
        </a:graphic>
      </p:graphicFrame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62388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bff251793548fc"/>
          </a:graphicData>
        </a:graphic>
      </p:graphicFrame>
      <p:sp>
        <p:nvSpPr>
          <p:cNvPr id="34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90E1D660-0DCA-47C5-AA18-08D53127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All-agent clients · fixed trace · 3 seeds · warmup 2 s · measure 10 s · tokens are estimated</a:t>
            </a:r>
          </a:p>
        </p:txBody>
      </p:sp>
    </p:spTree>
    <p:extLst>
      <p:ext uri="{BB962C8B-B14F-4D97-AF65-F5344CB8AC3E}">
        <p14:creationId xmlns:p14="http://schemas.microsoft.com/office/powerpoint/2010/main" val="247603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93830E-C32F-43B1-8F8A-42B5236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YCSB Medium Contention (Zipfian 0.7)</a:t>
            </a:r>
          </a:p>
        </p:txBody>
      </p:sp>
      <p:sp>
        <p:nvSpPr>
          <p:cNvPr id="2" name="slide-caption">
            <a:extLst xmlns:a="http://schemas.openxmlformats.org/drawingml/2006/main">
              <a:ext uri="{FF2B5EF4-FFF2-40B4-BE49-F238E27FC236}">
                <a16:creationId xmlns:a16="http://schemas.microsoft.com/office/drawing/2014/main" id="{0D5C3C95-832A-4C62-9216-D11763B5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Moderately skewed access</a:t>
            </a:r>
          </a:p>
        </p:txBody>
      </p:sp>
      <p:sp>
        <p:nvSpPr>
          <p:cNvPr id="3" name="legend-line-OCC">
            <a:extLst xmlns:a="http://schemas.openxmlformats.org/drawingml/2006/main">
              <a:ext uri="{FF2B5EF4-FFF2-40B4-BE49-F238E27FC236}">
                <a16:creationId xmlns:a16="http://schemas.microsoft.com/office/drawing/2014/main" id="{A9D78D52-91A8-4AB6-B35E-3926A50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E79A7"/>
            </a:solidFill>
            <a:prstDash val="solid"/>
          </a:ln>
        </p:spPr>
      </p:sp>
      <p:sp>
        <p:nvSpPr>
          <p:cNvPr id="4" name="legend-marker-OCC">
            <a:extLst xmlns:a="http://schemas.openxmlformats.org/drawingml/2006/main">
              <a:ext uri="{FF2B5EF4-FFF2-40B4-BE49-F238E27FC236}">
                <a16:creationId xmlns:a16="http://schemas.microsoft.com/office/drawing/2014/main" id="{8E40EC6E-2903-4B32-9CC1-062A2BDA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9525">
            <a:solidFill>
              <a:srgbClr val="4E79A7"/>
            </a:solidFill>
            <a:prstDash val="solid"/>
          </a:ln>
        </p:spPr>
      </p:sp>
      <p:sp>
        <p:nvSpPr>
          <p:cNvPr id="5" name="legend-text-OCC">
            <a:extLst xmlns:a="http://schemas.openxmlformats.org/drawingml/2006/main">
              <a:ext uri="{FF2B5EF4-FFF2-40B4-BE49-F238E27FC236}">
                <a16:creationId xmlns:a16="http://schemas.microsoft.com/office/drawing/2014/main" id="{3CCC1A43-4BAA-4FA0-9737-A2F89641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OCC</a:t>
            </a:r>
          </a:p>
        </p:txBody>
      </p:sp>
      <p:sp>
        <p:nvSpPr>
          <p:cNvPr id="6" name="legend-line-2PL-nowait">
            <a:extLst xmlns:a="http://schemas.openxmlformats.org/drawingml/2006/main">
              <a:ext uri="{FF2B5EF4-FFF2-40B4-BE49-F238E27FC236}">
                <a16:creationId xmlns:a16="http://schemas.microsoft.com/office/drawing/2014/main" id="{9ED22D83-567C-4190-8119-4F9A4607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A14F"/>
            </a:solidFill>
            <a:prstDash val="solid"/>
          </a:ln>
        </p:spPr>
      </p:sp>
      <p:sp>
        <p:nvSpPr>
          <p:cNvPr id="7" name="legend-marker-2PL-nowait">
            <a:extLst xmlns:a="http://schemas.openxmlformats.org/drawingml/2006/main">
              <a:ext uri="{FF2B5EF4-FFF2-40B4-BE49-F238E27FC236}">
                <a16:creationId xmlns:a16="http://schemas.microsoft.com/office/drawing/2014/main" id="{4F937C9E-3358-481A-9922-18F64798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14F"/>
          </a:solidFill>
          <a:ln xmlns:a="http://schemas.openxmlformats.org/drawingml/2006/main" w="9525">
            <a:solidFill>
              <a:srgbClr val="59A14F"/>
            </a:solidFill>
            <a:prstDash val="solid"/>
          </a:ln>
        </p:spPr>
      </p:sp>
      <p:sp>
        <p:nvSpPr>
          <p:cNvPr id="8" name="legend-text-2PL-nowait">
            <a:extLst xmlns:a="http://schemas.openxmlformats.org/drawingml/2006/main">
              <a:ext uri="{FF2B5EF4-FFF2-40B4-BE49-F238E27FC236}">
                <a16:creationId xmlns:a16="http://schemas.microsoft.com/office/drawing/2014/main" id="{938A3768-CE41-4657-894C-2A72B3C5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2PL-nowait</a:t>
            </a:r>
          </a:p>
        </p:txBody>
      </p:sp>
      <p:sp>
        <p:nvSpPr>
          <p:cNvPr id="9" name="legend-line-2PL-wait-die">
            <a:extLst xmlns:a="http://schemas.openxmlformats.org/drawingml/2006/main">
              <a:ext uri="{FF2B5EF4-FFF2-40B4-BE49-F238E27FC236}">
                <a16:creationId xmlns:a16="http://schemas.microsoft.com/office/drawing/2014/main" id="{3EB0B970-B705-4379-890A-83EA6BB9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7AA1"/>
            </a:solidFill>
            <a:prstDash val="solid"/>
          </a:ln>
        </p:spPr>
      </p:sp>
      <p:sp>
        <p:nvSpPr>
          <p:cNvPr id="10" name="legend-marker-2PL-wait-die">
            <a:extLst xmlns:a="http://schemas.openxmlformats.org/drawingml/2006/main">
              <a:ext uri="{FF2B5EF4-FFF2-40B4-BE49-F238E27FC236}">
                <a16:creationId xmlns:a16="http://schemas.microsoft.com/office/drawing/2014/main" id="{466CA82B-10E9-4FD4-8767-24B59426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A1"/>
          </a:solidFill>
          <a:ln xmlns:a="http://schemas.openxmlformats.org/drawingml/2006/main" w="9525">
            <a:solidFill>
              <a:srgbClr val="B07AA1"/>
            </a:solidFill>
            <a:prstDash val="solid"/>
          </a:ln>
        </p:spPr>
      </p:sp>
      <p:sp>
        <p:nvSpPr>
          <p:cNvPr id="11" name="legend-text-2PL-wait-die">
            <a:extLst xmlns:a="http://schemas.openxmlformats.org/drawingml/2006/main">
              <a:ext uri="{FF2B5EF4-FFF2-40B4-BE49-F238E27FC236}">
                <a16:creationId xmlns:a16="http://schemas.microsoft.com/office/drawing/2014/main" id="{48BF4F5B-22CC-443B-BFDC-462E807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2PL-wait-die</a:t>
            </a:r>
          </a:p>
        </p:txBody>
      </p:sp>
      <p:sp>
        <p:nvSpPr>
          <p:cNvPr id="12" name="legend-line-MVCC">
            <a:extLst xmlns:a="http://schemas.openxmlformats.org/drawingml/2006/main">
              <a:ext uri="{FF2B5EF4-FFF2-40B4-BE49-F238E27FC236}">
                <a16:creationId xmlns:a16="http://schemas.microsoft.com/office/drawing/2014/main" id="{8ED312B0-58DB-4FB1-8497-B1BB252A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legend-marker-MVCC">
            <a:extLst xmlns:a="http://schemas.openxmlformats.org/drawingml/2006/main">
              <a:ext uri="{FF2B5EF4-FFF2-40B4-BE49-F238E27FC236}">
                <a16:creationId xmlns:a16="http://schemas.microsoft.com/office/drawing/2014/main" id="{6A90EDD6-9F5E-46E1-8DC5-D163A17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4" name="legend-text-MVCC">
            <a:extLst xmlns:a="http://schemas.openxmlformats.org/drawingml/2006/main">
              <a:ext uri="{FF2B5EF4-FFF2-40B4-BE49-F238E27FC236}">
                <a16:creationId xmlns:a16="http://schemas.microsoft.com/office/drawing/2014/main" id="{835F73E8-635F-466B-83CE-AD12760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MVCC</a:t>
            </a:r>
          </a:p>
        </p:txBody>
      </p:sp>
      <p:sp>
        <p:nvSpPr>
          <p:cNvPr id="15" name="legend-line-Silo">
            <a:extLst xmlns:a="http://schemas.openxmlformats.org/drawingml/2006/main">
              <a:ext uri="{FF2B5EF4-FFF2-40B4-BE49-F238E27FC236}">
                <a16:creationId xmlns:a16="http://schemas.microsoft.com/office/drawing/2014/main" id="{1234D143-B2AE-4768-AE80-4CFED183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DC948"/>
            </a:solidFill>
            <a:prstDash val="solid"/>
          </a:ln>
        </p:spPr>
      </p:sp>
      <p:sp>
        <p:nvSpPr>
          <p:cNvPr id="16" name="legend-marker-Silo">
            <a:extLst xmlns:a="http://schemas.openxmlformats.org/drawingml/2006/main">
              <a:ext uri="{FF2B5EF4-FFF2-40B4-BE49-F238E27FC236}">
                <a16:creationId xmlns:a16="http://schemas.microsoft.com/office/drawing/2014/main" id="{26DBC31D-0625-4E2A-AE66-7C6252E6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948"/>
          </a:solidFill>
          <a:ln xmlns:a="http://schemas.openxmlformats.org/drawingml/2006/main" w="9525">
            <a:solidFill>
              <a:srgbClr val="EDC948"/>
            </a:solidFill>
            <a:prstDash val="solid"/>
          </a:ln>
        </p:spPr>
      </p:sp>
      <p:sp>
        <p:nvSpPr>
          <p:cNvPr id="17" name="legend-text-Silo">
            <a:extLst xmlns:a="http://schemas.openxmlformats.org/drawingml/2006/main">
              <a:ext uri="{FF2B5EF4-FFF2-40B4-BE49-F238E27FC236}">
                <a16:creationId xmlns:a16="http://schemas.microsoft.com/office/drawing/2014/main" id="{18E65FE4-2F27-4885-94FF-9668258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Silo</a:t>
            </a:r>
          </a:p>
        </p:txBody>
      </p:sp>
      <p:sp>
        <p:nvSpPr>
          <p:cNvPr id="18" name="legend-line-TicToc">
            <a:extLst xmlns:a="http://schemas.openxmlformats.org/drawingml/2006/main">
              <a:ext uri="{FF2B5EF4-FFF2-40B4-BE49-F238E27FC236}">
                <a16:creationId xmlns:a16="http://schemas.microsoft.com/office/drawing/2014/main" id="{A2427C28-21B1-4C79-85B7-C2E469D4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B2"/>
            </a:solidFill>
            <a:prstDash val="solid"/>
          </a:ln>
        </p:spPr>
      </p:sp>
      <p:sp>
        <p:nvSpPr>
          <p:cNvPr id="19" name="legend-marker-TicToc">
            <a:extLst xmlns:a="http://schemas.openxmlformats.org/drawingml/2006/main">
              <a:ext uri="{FF2B5EF4-FFF2-40B4-BE49-F238E27FC236}">
                <a16:creationId xmlns:a16="http://schemas.microsoft.com/office/drawing/2014/main" id="{03BDBEF1-1C9D-46B6-AE48-DA0638D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7B2"/>
          </a:solidFill>
          <a:ln xmlns:a="http://schemas.openxmlformats.org/drawingml/2006/main" w="9525">
            <a:solidFill>
              <a:srgbClr val="76B7B2"/>
            </a:solidFill>
            <a:prstDash val="solid"/>
          </a:ln>
        </p:spPr>
      </p:sp>
      <p:sp>
        <p:nvSpPr>
          <p:cNvPr id="20" name="legend-text-TicToc">
            <a:extLst xmlns:a="http://schemas.openxmlformats.org/drawingml/2006/main">
              <a:ext uri="{FF2B5EF4-FFF2-40B4-BE49-F238E27FC236}">
                <a16:creationId xmlns:a16="http://schemas.microsoft.com/office/drawing/2014/main" id="{E38D48A6-361B-4431-984C-F7CE081E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TicToc</a:t>
            </a:r>
          </a:p>
        </p:txBody>
      </p:sp>
      <p:sp>
        <p:nvSpPr>
          <p:cNvPr id="21" name="legend-line-Bamboo">
            <a:extLst xmlns:a="http://schemas.openxmlformats.org/drawingml/2006/main">
              <a:ext uri="{FF2B5EF4-FFF2-40B4-BE49-F238E27FC236}">
                <a16:creationId xmlns:a16="http://schemas.microsoft.com/office/drawing/2014/main" id="{AE029FB4-4D5B-473C-9F41-7CAA2D0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C755F"/>
            </a:solidFill>
            <a:prstDash val="solid"/>
          </a:ln>
        </p:spPr>
      </p:sp>
      <p:sp>
        <p:nvSpPr>
          <p:cNvPr id="22" name="legend-marker-Bamboo">
            <a:extLst xmlns:a="http://schemas.openxmlformats.org/drawingml/2006/main">
              <a:ext uri="{FF2B5EF4-FFF2-40B4-BE49-F238E27FC236}">
                <a16:creationId xmlns:a16="http://schemas.microsoft.com/office/drawing/2014/main" id="{6123B345-F47D-453A-9EB9-1AFE2F9C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55F"/>
          </a:solidFill>
          <a:ln xmlns:a="http://schemas.openxmlformats.org/drawingml/2006/main" w="9525">
            <a:solidFill>
              <a:srgbClr val="9C755F"/>
            </a:solidFill>
            <a:prstDash val="solid"/>
          </a:ln>
        </p:spPr>
      </p:sp>
      <p:sp>
        <p:nvSpPr>
          <p:cNvPr id="23" name="legend-text-Bamboo">
            <a:extLst xmlns:a="http://schemas.openxmlformats.org/drawingml/2006/main">
              <a:ext uri="{FF2B5EF4-FFF2-40B4-BE49-F238E27FC236}">
                <a16:creationId xmlns:a16="http://schemas.microsoft.com/office/drawing/2014/main" id="{335A85F4-DDD2-4262-B2A7-719B205C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Bamboo</a:t>
            </a:r>
          </a:p>
        </p:txBody>
      </p:sp>
      <p:sp>
        <p:nvSpPr>
          <p:cNvPr id="24" name="legend-line-Polaris">
            <a:extLst xmlns:a="http://schemas.openxmlformats.org/drawingml/2006/main">
              <a:ext uri="{FF2B5EF4-FFF2-40B4-BE49-F238E27FC236}">
                <a16:creationId xmlns:a16="http://schemas.microsoft.com/office/drawing/2014/main" id="{A125AF0A-A62F-4DD8-BDC5-85A60181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AAE42"/>
            </a:solidFill>
            <a:prstDash val="solid"/>
          </a:ln>
        </p:spPr>
      </p:sp>
      <p:sp>
        <p:nvSpPr>
          <p:cNvPr id="25" name="legend-marker-Polaris">
            <a:extLst xmlns:a="http://schemas.openxmlformats.org/drawingml/2006/main">
              <a:ext uri="{FF2B5EF4-FFF2-40B4-BE49-F238E27FC236}">
                <a16:creationId xmlns:a16="http://schemas.microsoft.com/office/drawing/2014/main" id="{EBAB22FB-8455-4F0C-A70C-375A245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E42"/>
          </a:solidFill>
          <a:ln xmlns:a="http://schemas.openxmlformats.org/drawingml/2006/main" w="9525">
            <a:solidFill>
              <a:srgbClr val="7AAE42"/>
            </a:solidFill>
            <a:prstDash val="solid"/>
          </a:ln>
        </p:spPr>
      </p:sp>
      <p:sp>
        <p:nvSpPr>
          <p:cNvPr id="26" name="legend-text-Polaris">
            <a:extLst xmlns:a="http://schemas.openxmlformats.org/drawingml/2006/main">
              <a:ext uri="{FF2B5EF4-FFF2-40B4-BE49-F238E27FC236}">
                <a16:creationId xmlns:a16="http://schemas.microsoft.com/office/drawing/2014/main" id="{AD74A5D2-5967-4998-9D31-10D8FDA3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Polaris</a:t>
            </a:r>
          </a:p>
        </p:txBody>
      </p:sp>
      <p:sp>
        <p:nvSpPr>
          <p:cNvPr id="27" name="legend-line-ATCC">
            <a:extLst xmlns:a="http://schemas.openxmlformats.org/drawingml/2006/main">
              <a:ext uri="{FF2B5EF4-FFF2-40B4-BE49-F238E27FC236}">
                <a16:creationId xmlns:a16="http://schemas.microsoft.com/office/drawing/2014/main" id="{4A763657-9D9E-4D0E-962B-8EC6352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31A1C"/>
            </a:solidFill>
            <a:prstDash val="solid"/>
          </a:ln>
        </p:spPr>
      </p:sp>
      <p:sp>
        <p:nvSpPr>
          <p:cNvPr id="28" name="legend-marker-ATCC">
            <a:extLst xmlns:a="http://schemas.openxmlformats.org/drawingml/2006/main">
              <a:ext uri="{FF2B5EF4-FFF2-40B4-BE49-F238E27FC236}">
                <a16:creationId xmlns:a16="http://schemas.microsoft.com/office/drawing/2014/main" id="{287906DF-443B-4003-BF05-F69ECE5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7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A1C"/>
          </a:solidFill>
          <a:ln xmlns:a="http://schemas.openxmlformats.org/drawingml/2006/main" w="9525">
            <a:solidFill>
              <a:srgbClr val="E31A1C"/>
            </a:solidFill>
            <a:prstDash val="solid"/>
          </a:ln>
        </p:spPr>
      </p:sp>
      <p:sp>
        <p:nvSpPr>
          <p:cNvPr id="29" name="legend-text-ATCC">
            <a:extLst xmlns:a="http://schemas.openxmlformats.org/drawingml/2006/main">
              <a:ext uri="{FF2B5EF4-FFF2-40B4-BE49-F238E27FC236}">
                <a16:creationId xmlns:a16="http://schemas.microsoft.com/office/drawing/2014/main" id="{543122E8-5FAF-4CC5-9DE0-F029096E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ATCC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3333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67140f4a544eb4"/>
          </a:graphicData>
        </a:graphic>
      </p:graphicFrame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62388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86c72a5d9d47a2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3333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3d1451c5334acb"/>
          </a:graphicData>
        </a:graphic>
      </p:graphicFrame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62388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dee46c416f41b5"/>
          </a:graphicData>
        </a:graphic>
      </p:graphicFrame>
      <p:sp>
        <p:nvSpPr>
          <p:cNvPr id="34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3422B1E3-D962-4BBC-A42A-AC19973D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All-agent clients · fixed trace · 3 seeds · warmup 2 s · measure 10 s · tokens are estimated</a:t>
            </a:r>
          </a:p>
        </p:txBody>
      </p:sp>
    </p:spTree>
    <p:extLst>
      <p:ext uri="{BB962C8B-B14F-4D97-AF65-F5344CB8AC3E}">
        <p14:creationId xmlns:p14="http://schemas.microsoft.com/office/powerpoint/2010/main" val="1909385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0DC344-B054-4427-B956-DCBE3AA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YCSB Medium Contention (Zipfian 0.8)</a:t>
            </a:r>
          </a:p>
        </p:txBody>
      </p:sp>
      <p:sp>
        <p:nvSpPr>
          <p:cNvPr id="2" name="slide-caption">
            <a:extLst xmlns:a="http://schemas.openxmlformats.org/drawingml/2006/main">
              <a:ext uri="{FF2B5EF4-FFF2-40B4-BE49-F238E27FC236}">
                <a16:creationId xmlns:a16="http://schemas.microsoft.com/office/drawing/2014/main" id="{44F38F5C-4D8F-4252-819B-0635714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Higher medium-contention skew</a:t>
            </a:r>
          </a:p>
        </p:txBody>
      </p:sp>
      <p:sp>
        <p:nvSpPr>
          <p:cNvPr id="3" name="legend-line-OCC">
            <a:extLst xmlns:a="http://schemas.openxmlformats.org/drawingml/2006/main">
              <a:ext uri="{FF2B5EF4-FFF2-40B4-BE49-F238E27FC236}">
                <a16:creationId xmlns:a16="http://schemas.microsoft.com/office/drawing/2014/main" id="{EFBD1373-0B7F-4B4F-AE2B-920AF3D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E79A7"/>
            </a:solidFill>
            <a:prstDash val="solid"/>
          </a:ln>
        </p:spPr>
      </p:sp>
      <p:sp>
        <p:nvSpPr>
          <p:cNvPr id="4" name="legend-marker-OCC">
            <a:extLst xmlns:a="http://schemas.openxmlformats.org/drawingml/2006/main">
              <a:ext uri="{FF2B5EF4-FFF2-40B4-BE49-F238E27FC236}">
                <a16:creationId xmlns:a16="http://schemas.microsoft.com/office/drawing/2014/main" id="{142BCCD2-2777-4006-B1ED-0E31B660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9525">
            <a:solidFill>
              <a:srgbClr val="4E79A7"/>
            </a:solidFill>
            <a:prstDash val="solid"/>
          </a:ln>
        </p:spPr>
      </p:sp>
      <p:sp>
        <p:nvSpPr>
          <p:cNvPr id="5" name="legend-text-OCC">
            <a:extLst xmlns:a="http://schemas.openxmlformats.org/drawingml/2006/main">
              <a:ext uri="{FF2B5EF4-FFF2-40B4-BE49-F238E27FC236}">
                <a16:creationId xmlns:a16="http://schemas.microsoft.com/office/drawing/2014/main" id="{BCA08063-CF42-46FD-9E48-7135C914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OCC</a:t>
            </a:r>
          </a:p>
        </p:txBody>
      </p:sp>
      <p:sp>
        <p:nvSpPr>
          <p:cNvPr id="6" name="legend-line-2PL-nowait">
            <a:extLst xmlns:a="http://schemas.openxmlformats.org/drawingml/2006/main">
              <a:ext uri="{FF2B5EF4-FFF2-40B4-BE49-F238E27FC236}">
                <a16:creationId xmlns:a16="http://schemas.microsoft.com/office/drawing/2014/main" id="{4FC3FB01-EAFB-441E-8CAA-60D3617C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A14F"/>
            </a:solidFill>
            <a:prstDash val="solid"/>
          </a:ln>
        </p:spPr>
      </p:sp>
      <p:sp>
        <p:nvSpPr>
          <p:cNvPr id="7" name="legend-marker-2PL-nowait">
            <a:extLst xmlns:a="http://schemas.openxmlformats.org/drawingml/2006/main">
              <a:ext uri="{FF2B5EF4-FFF2-40B4-BE49-F238E27FC236}">
                <a16:creationId xmlns:a16="http://schemas.microsoft.com/office/drawing/2014/main" id="{B3102DE7-D8C1-4481-A882-9AB2CF1A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14F"/>
          </a:solidFill>
          <a:ln xmlns:a="http://schemas.openxmlformats.org/drawingml/2006/main" w="9525">
            <a:solidFill>
              <a:srgbClr val="59A14F"/>
            </a:solidFill>
            <a:prstDash val="solid"/>
          </a:ln>
        </p:spPr>
      </p:sp>
      <p:sp>
        <p:nvSpPr>
          <p:cNvPr id="8" name="legend-text-2PL-nowait">
            <a:extLst xmlns:a="http://schemas.openxmlformats.org/drawingml/2006/main">
              <a:ext uri="{FF2B5EF4-FFF2-40B4-BE49-F238E27FC236}">
                <a16:creationId xmlns:a16="http://schemas.microsoft.com/office/drawing/2014/main" id="{F60E323E-8DC1-4045-8FC5-9ACB8065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2PL-nowait</a:t>
            </a:r>
          </a:p>
        </p:txBody>
      </p:sp>
      <p:sp>
        <p:nvSpPr>
          <p:cNvPr id="9" name="legend-line-2PL-wait-die">
            <a:extLst xmlns:a="http://schemas.openxmlformats.org/drawingml/2006/main">
              <a:ext uri="{FF2B5EF4-FFF2-40B4-BE49-F238E27FC236}">
                <a16:creationId xmlns:a16="http://schemas.microsoft.com/office/drawing/2014/main" id="{C9A8CE39-05EA-4378-B2FA-5B85E982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7AA1"/>
            </a:solidFill>
            <a:prstDash val="solid"/>
          </a:ln>
        </p:spPr>
      </p:sp>
      <p:sp>
        <p:nvSpPr>
          <p:cNvPr id="10" name="legend-marker-2PL-wait-die">
            <a:extLst xmlns:a="http://schemas.openxmlformats.org/drawingml/2006/main">
              <a:ext uri="{FF2B5EF4-FFF2-40B4-BE49-F238E27FC236}">
                <a16:creationId xmlns:a16="http://schemas.microsoft.com/office/drawing/2014/main" id="{903083F1-203C-4B2E-8682-946FD39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A1"/>
          </a:solidFill>
          <a:ln xmlns:a="http://schemas.openxmlformats.org/drawingml/2006/main" w="9525">
            <a:solidFill>
              <a:srgbClr val="B07AA1"/>
            </a:solidFill>
            <a:prstDash val="solid"/>
          </a:ln>
        </p:spPr>
      </p:sp>
      <p:sp>
        <p:nvSpPr>
          <p:cNvPr id="11" name="legend-text-2PL-wait-die">
            <a:extLst xmlns:a="http://schemas.openxmlformats.org/drawingml/2006/main">
              <a:ext uri="{FF2B5EF4-FFF2-40B4-BE49-F238E27FC236}">
                <a16:creationId xmlns:a16="http://schemas.microsoft.com/office/drawing/2014/main" id="{919242D1-4689-4CA1-98EA-D7ED7A12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2PL-wait-die</a:t>
            </a:r>
          </a:p>
        </p:txBody>
      </p:sp>
      <p:sp>
        <p:nvSpPr>
          <p:cNvPr id="12" name="legend-line-MVCC">
            <a:extLst xmlns:a="http://schemas.openxmlformats.org/drawingml/2006/main">
              <a:ext uri="{FF2B5EF4-FFF2-40B4-BE49-F238E27FC236}">
                <a16:creationId xmlns:a16="http://schemas.microsoft.com/office/drawing/2014/main" id="{A318955E-CDAA-4DC2-A909-5C53623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legend-marker-MVCC">
            <a:extLst xmlns:a="http://schemas.openxmlformats.org/drawingml/2006/main">
              <a:ext uri="{FF2B5EF4-FFF2-40B4-BE49-F238E27FC236}">
                <a16:creationId xmlns:a16="http://schemas.microsoft.com/office/drawing/2014/main" id="{3AF52D9F-50DB-4A65-AAD6-DEC11FDE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4" name="legend-text-MVCC">
            <a:extLst xmlns:a="http://schemas.openxmlformats.org/drawingml/2006/main">
              <a:ext uri="{FF2B5EF4-FFF2-40B4-BE49-F238E27FC236}">
                <a16:creationId xmlns:a16="http://schemas.microsoft.com/office/drawing/2014/main" id="{C93692D4-8312-45A2-B747-4F9E6650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MVCC</a:t>
            </a:r>
          </a:p>
        </p:txBody>
      </p:sp>
      <p:sp>
        <p:nvSpPr>
          <p:cNvPr id="15" name="legend-line-Silo">
            <a:extLst xmlns:a="http://schemas.openxmlformats.org/drawingml/2006/main">
              <a:ext uri="{FF2B5EF4-FFF2-40B4-BE49-F238E27FC236}">
                <a16:creationId xmlns:a16="http://schemas.microsoft.com/office/drawing/2014/main" id="{9C4833DD-AD04-4166-BEC1-CC70B50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DC948"/>
            </a:solidFill>
            <a:prstDash val="solid"/>
          </a:ln>
        </p:spPr>
      </p:sp>
      <p:sp>
        <p:nvSpPr>
          <p:cNvPr id="16" name="legend-marker-Silo">
            <a:extLst xmlns:a="http://schemas.openxmlformats.org/drawingml/2006/main">
              <a:ext uri="{FF2B5EF4-FFF2-40B4-BE49-F238E27FC236}">
                <a16:creationId xmlns:a16="http://schemas.microsoft.com/office/drawing/2014/main" id="{17B49FD8-2606-44AC-8028-A571A9A4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948"/>
          </a:solidFill>
          <a:ln xmlns:a="http://schemas.openxmlformats.org/drawingml/2006/main" w="9525">
            <a:solidFill>
              <a:srgbClr val="EDC948"/>
            </a:solidFill>
            <a:prstDash val="solid"/>
          </a:ln>
        </p:spPr>
      </p:sp>
      <p:sp>
        <p:nvSpPr>
          <p:cNvPr id="17" name="legend-text-Silo">
            <a:extLst xmlns:a="http://schemas.openxmlformats.org/drawingml/2006/main">
              <a:ext uri="{FF2B5EF4-FFF2-40B4-BE49-F238E27FC236}">
                <a16:creationId xmlns:a16="http://schemas.microsoft.com/office/drawing/2014/main" id="{748D4350-6375-4361-80C8-26DC33C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Silo</a:t>
            </a:r>
          </a:p>
        </p:txBody>
      </p:sp>
      <p:sp>
        <p:nvSpPr>
          <p:cNvPr id="18" name="legend-line-TicToc">
            <a:extLst xmlns:a="http://schemas.openxmlformats.org/drawingml/2006/main">
              <a:ext uri="{FF2B5EF4-FFF2-40B4-BE49-F238E27FC236}">
                <a16:creationId xmlns:a16="http://schemas.microsoft.com/office/drawing/2014/main" id="{DDD1C6F8-81B2-4847-8778-447A93B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B2"/>
            </a:solidFill>
            <a:prstDash val="solid"/>
          </a:ln>
        </p:spPr>
      </p:sp>
      <p:sp>
        <p:nvSpPr>
          <p:cNvPr id="19" name="legend-marker-TicToc">
            <a:extLst xmlns:a="http://schemas.openxmlformats.org/drawingml/2006/main">
              <a:ext uri="{FF2B5EF4-FFF2-40B4-BE49-F238E27FC236}">
                <a16:creationId xmlns:a16="http://schemas.microsoft.com/office/drawing/2014/main" id="{907301B4-92A6-4EFD-A2EE-F4D91661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7B2"/>
          </a:solidFill>
          <a:ln xmlns:a="http://schemas.openxmlformats.org/drawingml/2006/main" w="9525">
            <a:solidFill>
              <a:srgbClr val="76B7B2"/>
            </a:solidFill>
            <a:prstDash val="solid"/>
          </a:ln>
        </p:spPr>
      </p:sp>
      <p:sp>
        <p:nvSpPr>
          <p:cNvPr id="20" name="legend-text-TicToc">
            <a:extLst xmlns:a="http://schemas.openxmlformats.org/drawingml/2006/main">
              <a:ext uri="{FF2B5EF4-FFF2-40B4-BE49-F238E27FC236}">
                <a16:creationId xmlns:a16="http://schemas.microsoft.com/office/drawing/2014/main" id="{DBDBD62B-BF75-4E4E-9E67-FF4CC5F2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TicToc</a:t>
            </a:r>
          </a:p>
        </p:txBody>
      </p:sp>
      <p:sp>
        <p:nvSpPr>
          <p:cNvPr id="21" name="legend-line-Bamboo">
            <a:extLst xmlns:a="http://schemas.openxmlformats.org/drawingml/2006/main">
              <a:ext uri="{FF2B5EF4-FFF2-40B4-BE49-F238E27FC236}">
                <a16:creationId xmlns:a16="http://schemas.microsoft.com/office/drawing/2014/main" id="{82AC98B2-FBB6-4E29-ADBA-E11F03C3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C755F"/>
            </a:solidFill>
            <a:prstDash val="solid"/>
          </a:ln>
        </p:spPr>
      </p:sp>
      <p:sp>
        <p:nvSpPr>
          <p:cNvPr id="22" name="legend-marker-Bamboo">
            <a:extLst xmlns:a="http://schemas.openxmlformats.org/drawingml/2006/main">
              <a:ext uri="{FF2B5EF4-FFF2-40B4-BE49-F238E27FC236}">
                <a16:creationId xmlns:a16="http://schemas.microsoft.com/office/drawing/2014/main" id="{23CE0CFC-8764-4E43-B358-CCE341D4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55F"/>
          </a:solidFill>
          <a:ln xmlns:a="http://schemas.openxmlformats.org/drawingml/2006/main" w="9525">
            <a:solidFill>
              <a:srgbClr val="9C755F"/>
            </a:solidFill>
            <a:prstDash val="solid"/>
          </a:ln>
        </p:spPr>
      </p:sp>
      <p:sp>
        <p:nvSpPr>
          <p:cNvPr id="23" name="legend-text-Bamboo">
            <a:extLst xmlns:a="http://schemas.openxmlformats.org/drawingml/2006/main">
              <a:ext uri="{FF2B5EF4-FFF2-40B4-BE49-F238E27FC236}">
                <a16:creationId xmlns:a16="http://schemas.microsoft.com/office/drawing/2014/main" id="{9F7CA83E-12D4-4821-84FE-EE79535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Bamboo</a:t>
            </a:r>
          </a:p>
        </p:txBody>
      </p:sp>
      <p:sp>
        <p:nvSpPr>
          <p:cNvPr id="24" name="legend-line-Polaris">
            <a:extLst xmlns:a="http://schemas.openxmlformats.org/drawingml/2006/main">
              <a:ext uri="{FF2B5EF4-FFF2-40B4-BE49-F238E27FC236}">
                <a16:creationId xmlns:a16="http://schemas.microsoft.com/office/drawing/2014/main" id="{51E94FA3-282C-48F0-A8F8-25275EB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AAE42"/>
            </a:solidFill>
            <a:prstDash val="solid"/>
          </a:ln>
        </p:spPr>
      </p:sp>
      <p:sp>
        <p:nvSpPr>
          <p:cNvPr id="25" name="legend-marker-Polaris">
            <a:extLst xmlns:a="http://schemas.openxmlformats.org/drawingml/2006/main">
              <a:ext uri="{FF2B5EF4-FFF2-40B4-BE49-F238E27FC236}">
                <a16:creationId xmlns:a16="http://schemas.microsoft.com/office/drawing/2014/main" id="{F8CF6B18-9804-49D2-BB49-877766C4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E42"/>
          </a:solidFill>
          <a:ln xmlns:a="http://schemas.openxmlformats.org/drawingml/2006/main" w="9525">
            <a:solidFill>
              <a:srgbClr val="7AAE42"/>
            </a:solidFill>
            <a:prstDash val="solid"/>
          </a:ln>
        </p:spPr>
      </p:sp>
      <p:sp>
        <p:nvSpPr>
          <p:cNvPr id="26" name="legend-text-Polaris">
            <a:extLst xmlns:a="http://schemas.openxmlformats.org/drawingml/2006/main">
              <a:ext uri="{FF2B5EF4-FFF2-40B4-BE49-F238E27FC236}">
                <a16:creationId xmlns:a16="http://schemas.microsoft.com/office/drawing/2014/main" id="{82073381-22E8-4B95-9BB9-85564462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Polaris</a:t>
            </a:r>
          </a:p>
        </p:txBody>
      </p:sp>
      <p:sp>
        <p:nvSpPr>
          <p:cNvPr id="27" name="legend-line-ATCC">
            <a:extLst xmlns:a="http://schemas.openxmlformats.org/drawingml/2006/main">
              <a:ext uri="{FF2B5EF4-FFF2-40B4-BE49-F238E27FC236}">
                <a16:creationId xmlns:a16="http://schemas.microsoft.com/office/drawing/2014/main" id="{7BCB38DC-84AD-4818-BC8E-8B0E616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31A1C"/>
            </a:solidFill>
            <a:prstDash val="solid"/>
          </a:ln>
        </p:spPr>
      </p:sp>
      <p:sp>
        <p:nvSpPr>
          <p:cNvPr id="28" name="legend-marker-ATCC">
            <a:extLst xmlns:a="http://schemas.openxmlformats.org/drawingml/2006/main">
              <a:ext uri="{FF2B5EF4-FFF2-40B4-BE49-F238E27FC236}">
                <a16:creationId xmlns:a16="http://schemas.microsoft.com/office/drawing/2014/main" id="{A7982B99-9E55-406B-9D44-797D9E9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7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A1C"/>
          </a:solidFill>
          <a:ln xmlns:a="http://schemas.openxmlformats.org/drawingml/2006/main" w="9525">
            <a:solidFill>
              <a:srgbClr val="E31A1C"/>
            </a:solidFill>
            <a:prstDash val="solid"/>
          </a:ln>
        </p:spPr>
      </p:sp>
      <p:sp>
        <p:nvSpPr>
          <p:cNvPr id="29" name="legend-text-ATCC">
            <a:extLst xmlns:a="http://schemas.openxmlformats.org/drawingml/2006/main">
              <a:ext uri="{FF2B5EF4-FFF2-40B4-BE49-F238E27FC236}">
                <a16:creationId xmlns:a16="http://schemas.microsoft.com/office/drawing/2014/main" id="{382D528A-D2F7-4ED6-8997-801D5D9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ATCC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3333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1769a0f25041d7"/>
          </a:graphicData>
        </a:graphic>
      </p:graphicFrame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62388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648a7734c24183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3333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d32ec3639d4b7f"/>
          </a:graphicData>
        </a:graphic>
      </p:graphicFrame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62388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1c48f0a12a4b67"/>
          </a:graphicData>
        </a:graphic>
      </p:graphicFrame>
      <p:sp>
        <p:nvSpPr>
          <p:cNvPr id="34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2AF53FD0-7305-4F7C-8A3F-02D1734D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All-agent clients · fixed trace · 3 seeds · warmup 2 s · measure 10 s · tokens are estimated</a:t>
            </a:r>
          </a:p>
        </p:txBody>
      </p:sp>
    </p:spTree>
    <p:extLst>
      <p:ext uri="{BB962C8B-B14F-4D97-AF65-F5344CB8AC3E}">
        <p14:creationId xmlns:p14="http://schemas.microsoft.com/office/powerpoint/2010/main" val="1297345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8D3598-B9EE-4A53-8334-5AE18FDE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YCSB High Contention (Zipfian 0.99)</a:t>
            </a:r>
          </a:p>
        </p:txBody>
      </p:sp>
      <p:sp>
        <p:nvSpPr>
          <p:cNvPr id="2" name="slide-caption">
            <a:extLst xmlns:a="http://schemas.openxmlformats.org/drawingml/2006/main">
              <a:ext uri="{FF2B5EF4-FFF2-40B4-BE49-F238E27FC236}">
                <a16:creationId xmlns:a16="http://schemas.microsoft.com/office/drawing/2014/main" id="{05FD5847-F522-4B2A-AA9C-83D7A8AF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Highly skewed hotspot access</a:t>
            </a:r>
          </a:p>
        </p:txBody>
      </p:sp>
      <p:sp>
        <p:nvSpPr>
          <p:cNvPr id="3" name="legend-line-OCC">
            <a:extLst xmlns:a="http://schemas.openxmlformats.org/drawingml/2006/main">
              <a:ext uri="{FF2B5EF4-FFF2-40B4-BE49-F238E27FC236}">
                <a16:creationId xmlns:a16="http://schemas.microsoft.com/office/drawing/2014/main" id="{350DA02F-89F9-41A2-81C7-3415D1F9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E79A7"/>
            </a:solidFill>
            <a:prstDash val="solid"/>
          </a:ln>
        </p:spPr>
      </p:sp>
      <p:sp>
        <p:nvSpPr>
          <p:cNvPr id="4" name="legend-marker-OCC">
            <a:extLst xmlns:a="http://schemas.openxmlformats.org/drawingml/2006/main">
              <a:ext uri="{FF2B5EF4-FFF2-40B4-BE49-F238E27FC236}">
                <a16:creationId xmlns:a16="http://schemas.microsoft.com/office/drawing/2014/main" id="{0C5F3E1B-F20A-4EBB-ABB9-0CC09C8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9525">
            <a:solidFill>
              <a:srgbClr val="4E79A7"/>
            </a:solidFill>
            <a:prstDash val="solid"/>
          </a:ln>
        </p:spPr>
      </p:sp>
      <p:sp>
        <p:nvSpPr>
          <p:cNvPr id="5" name="legend-text-OCC">
            <a:extLst xmlns:a="http://schemas.openxmlformats.org/drawingml/2006/main">
              <a:ext uri="{FF2B5EF4-FFF2-40B4-BE49-F238E27FC236}">
                <a16:creationId xmlns:a16="http://schemas.microsoft.com/office/drawing/2014/main" id="{B5E228F4-887E-46B0-8752-F01AB06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OCC</a:t>
            </a:r>
          </a:p>
        </p:txBody>
      </p:sp>
      <p:sp>
        <p:nvSpPr>
          <p:cNvPr id="6" name="legend-line-2PL-nowait">
            <a:extLst xmlns:a="http://schemas.openxmlformats.org/drawingml/2006/main">
              <a:ext uri="{FF2B5EF4-FFF2-40B4-BE49-F238E27FC236}">
                <a16:creationId xmlns:a16="http://schemas.microsoft.com/office/drawing/2014/main" id="{A4FD27A1-B1C5-4E75-86CC-929C283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A14F"/>
            </a:solidFill>
            <a:prstDash val="solid"/>
          </a:ln>
        </p:spPr>
      </p:sp>
      <p:sp>
        <p:nvSpPr>
          <p:cNvPr id="7" name="legend-marker-2PL-nowait">
            <a:extLst xmlns:a="http://schemas.openxmlformats.org/drawingml/2006/main">
              <a:ext uri="{FF2B5EF4-FFF2-40B4-BE49-F238E27FC236}">
                <a16:creationId xmlns:a16="http://schemas.microsoft.com/office/drawing/2014/main" id="{959AB921-23C1-42A0-B565-444C7B94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14F"/>
          </a:solidFill>
          <a:ln xmlns:a="http://schemas.openxmlformats.org/drawingml/2006/main" w="9525">
            <a:solidFill>
              <a:srgbClr val="59A14F"/>
            </a:solidFill>
            <a:prstDash val="solid"/>
          </a:ln>
        </p:spPr>
      </p:sp>
      <p:sp>
        <p:nvSpPr>
          <p:cNvPr id="8" name="legend-text-2PL-nowait">
            <a:extLst xmlns:a="http://schemas.openxmlformats.org/drawingml/2006/main">
              <a:ext uri="{FF2B5EF4-FFF2-40B4-BE49-F238E27FC236}">
                <a16:creationId xmlns:a16="http://schemas.microsoft.com/office/drawing/2014/main" id="{99D83A3A-C582-4D02-89DB-05BCB772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2PL-nowait</a:t>
            </a:r>
          </a:p>
        </p:txBody>
      </p:sp>
      <p:sp>
        <p:nvSpPr>
          <p:cNvPr id="9" name="legend-line-2PL-wait-die">
            <a:extLst xmlns:a="http://schemas.openxmlformats.org/drawingml/2006/main">
              <a:ext uri="{FF2B5EF4-FFF2-40B4-BE49-F238E27FC236}">
                <a16:creationId xmlns:a16="http://schemas.microsoft.com/office/drawing/2014/main" id="{4BDDDD35-1653-45E4-97EA-B954DC4F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7AA1"/>
            </a:solidFill>
            <a:prstDash val="solid"/>
          </a:ln>
        </p:spPr>
      </p:sp>
      <p:sp>
        <p:nvSpPr>
          <p:cNvPr id="10" name="legend-marker-2PL-wait-die">
            <a:extLst xmlns:a="http://schemas.openxmlformats.org/drawingml/2006/main">
              <a:ext uri="{FF2B5EF4-FFF2-40B4-BE49-F238E27FC236}">
                <a16:creationId xmlns:a16="http://schemas.microsoft.com/office/drawing/2014/main" id="{4A9CB020-F2BC-4BBC-8033-568A5A58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A1"/>
          </a:solidFill>
          <a:ln xmlns:a="http://schemas.openxmlformats.org/drawingml/2006/main" w="9525">
            <a:solidFill>
              <a:srgbClr val="B07AA1"/>
            </a:solidFill>
            <a:prstDash val="solid"/>
          </a:ln>
        </p:spPr>
      </p:sp>
      <p:sp>
        <p:nvSpPr>
          <p:cNvPr id="11" name="legend-text-2PL-wait-die">
            <a:extLst xmlns:a="http://schemas.openxmlformats.org/drawingml/2006/main">
              <a:ext uri="{FF2B5EF4-FFF2-40B4-BE49-F238E27FC236}">
                <a16:creationId xmlns:a16="http://schemas.microsoft.com/office/drawing/2014/main" id="{4BE3B161-E597-436E-9FE6-2B44997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2PL-wait-die</a:t>
            </a:r>
          </a:p>
        </p:txBody>
      </p:sp>
      <p:sp>
        <p:nvSpPr>
          <p:cNvPr id="12" name="legend-line-MVCC">
            <a:extLst xmlns:a="http://schemas.openxmlformats.org/drawingml/2006/main">
              <a:ext uri="{FF2B5EF4-FFF2-40B4-BE49-F238E27FC236}">
                <a16:creationId xmlns:a16="http://schemas.microsoft.com/office/drawing/2014/main" id="{8EAD9393-CB01-4E81-9646-8150CA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legend-marker-MVCC">
            <a:extLst xmlns:a="http://schemas.openxmlformats.org/drawingml/2006/main">
              <a:ext uri="{FF2B5EF4-FFF2-40B4-BE49-F238E27FC236}">
                <a16:creationId xmlns:a16="http://schemas.microsoft.com/office/drawing/2014/main" id="{33FB3E57-CE65-40A9-B82F-8112AFA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4" name="legend-text-MVCC">
            <a:extLst xmlns:a="http://schemas.openxmlformats.org/drawingml/2006/main">
              <a:ext uri="{FF2B5EF4-FFF2-40B4-BE49-F238E27FC236}">
                <a16:creationId xmlns:a16="http://schemas.microsoft.com/office/drawing/2014/main" id="{2781B8E4-FED0-4FF8-9E57-3B59E101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MVCC</a:t>
            </a:r>
          </a:p>
        </p:txBody>
      </p:sp>
      <p:sp>
        <p:nvSpPr>
          <p:cNvPr id="15" name="legend-line-Silo">
            <a:extLst xmlns:a="http://schemas.openxmlformats.org/drawingml/2006/main">
              <a:ext uri="{FF2B5EF4-FFF2-40B4-BE49-F238E27FC236}">
                <a16:creationId xmlns:a16="http://schemas.microsoft.com/office/drawing/2014/main" id="{E1246A72-97CF-4761-A5E1-905B13F8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DC948"/>
            </a:solidFill>
            <a:prstDash val="solid"/>
          </a:ln>
        </p:spPr>
      </p:sp>
      <p:sp>
        <p:nvSpPr>
          <p:cNvPr id="16" name="legend-marker-Silo">
            <a:extLst xmlns:a="http://schemas.openxmlformats.org/drawingml/2006/main">
              <a:ext uri="{FF2B5EF4-FFF2-40B4-BE49-F238E27FC236}">
                <a16:creationId xmlns:a16="http://schemas.microsoft.com/office/drawing/2014/main" id="{38B44CC5-2734-491E-837F-60DAFB5D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948"/>
          </a:solidFill>
          <a:ln xmlns:a="http://schemas.openxmlformats.org/drawingml/2006/main" w="9525">
            <a:solidFill>
              <a:srgbClr val="EDC948"/>
            </a:solidFill>
            <a:prstDash val="solid"/>
          </a:ln>
        </p:spPr>
      </p:sp>
      <p:sp>
        <p:nvSpPr>
          <p:cNvPr id="17" name="legend-text-Silo">
            <a:extLst xmlns:a="http://schemas.openxmlformats.org/drawingml/2006/main">
              <a:ext uri="{FF2B5EF4-FFF2-40B4-BE49-F238E27FC236}">
                <a16:creationId xmlns:a16="http://schemas.microsoft.com/office/drawing/2014/main" id="{2046B183-717E-4601-934B-41D74FEA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Silo</a:t>
            </a:r>
          </a:p>
        </p:txBody>
      </p:sp>
      <p:sp>
        <p:nvSpPr>
          <p:cNvPr id="18" name="legend-line-TicToc">
            <a:extLst xmlns:a="http://schemas.openxmlformats.org/drawingml/2006/main">
              <a:ext uri="{FF2B5EF4-FFF2-40B4-BE49-F238E27FC236}">
                <a16:creationId xmlns:a16="http://schemas.microsoft.com/office/drawing/2014/main" id="{452D2E45-22A6-4B9B-B4A7-E552254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B2"/>
            </a:solidFill>
            <a:prstDash val="solid"/>
          </a:ln>
        </p:spPr>
      </p:sp>
      <p:sp>
        <p:nvSpPr>
          <p:cNvPr id="19" name="legend-marker-TicToc">
            <a:extLst xmlns:a="http://schemas.openxmlformats.org/drawingml/2006/main">
              <a:ext uri="{FF2B5EF4-FFF2-40B4-BE49-F238E27FC236}">
                <a16:creationId xmlns:a16="http://schemas.microsoft.com/office/drawing/2014/main" id="{A5C59330-4281-4121-94FE-5C850290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7B2"/>
          </a:solidFill>
          <a:ln xmlns:a="http://schemas.openxmlformats.org/drawingml/2006/main" w="9525">
            <a:solidFill>
              <a:srgbClr val="76B7B2"/>
            </a:solidFill>
            <a:prstDash val="solid"/>
          </a:ln>
        </p:spPr>
      </p:sp>
      <p:sp>
        <p:nvSpPr>
          <p:cNvPr id="20" name="legend-text-TicToc">
            <a:extLst xmlns:a="http://schemas.openxmlformats.org/drawingml/2006/main">
              <a:ext uri="{FF2B5EF4-FFF2-40B4-BE49-F238E27FC236}">
                <a16:creationId xmlns:a16="http://schemas.microsoft.com/office/drawing/2014/main" id="{469B2C1D-45FE-4937-BDDF-FBFB2461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TicToc</a:t>
            </a:r>
          </a:p>
        </p:txBody>
      </p:sp>
      <p:sp>
        <p:nvSpPr>
          <p:cNvPr id="21" name="legend-line-Bamboo">
            <a:extLst xmlns:a="http://schemas.openxmlformats.org/drawingml/2006/main">
              <a:ext uri="{FF2B5EF4-FFF2-40B4-BE49-F238E27FC236}">
                <a16:creationId xmlns:a16="http://schemas.microsoft.com/office/drawing/2014/main" id="{E22ECE99-6C59-47B6-96CC-61DB498F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C755F"/>
            </a:solidFill>
            <a:prstDash val="solid"/>
          </a:ln>
        </p:spPr>
      </p:sp>
      <p:sp>
        <p:nvSpPr>
          <p:cNvPr id="22" name="legend-marker-Bamboo">
            <a:extLst xmlns:a="http://schemas.openxmlformats.org/drawingml/2006/main">
              <a:ext uri="{FF2B5EF4-FFF2-40B4-BE49-F238E27FC236}">
                <a16:creationId xmlns:a16="http://schemas.microsoft.com/office/drawing/2014/main" id="{2588D678-DECB-4D6D-8FE8-7893A6BF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55F"/>
          </a:solidFill>
          <a:ln xmlns:a="http://schemas.openxmlformats.org/drawingml/2006/main" w="9525">
            <a:solidFill>
              <a:srgbClr val="9C755F"/>
            </a:solidFill>
            <a:prstDash val="solid"/>
          </a:ln>
        </p:spPr>
      </p:sp>
      <p:sp>
        <p:nvSpPr>
          <p:cNvPr id="23" name="legend-text-Bamboo">
            <a:extLst xmlns:a="http://schemas.openxmlformats.org/drawingml/2006/main">
              <a:ext uri="{FF2B5EF4-FFF2-40B4-BE49-F238E27FC236}">
                <a16:creationId xmlns:a16="http://schemas.microsoft.com/office/drawing/2014/main" id="{F8173281-8F20-4BC4-9B2A-0008472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Bamboo</a:t>
            </a:r>
          </a:p>
        </p:txBody>
      </p:sp>
      <p:sp>
        <p:nvSpPr>
          <p:cNvPr id="24" name="legend-line-Polaris">
            <a:extLst xmlns:a="http://schemas.openxmlformats.org/drawingml/2006/main">
              <a:ext uri="{FF2B5EF4-FFF2-40B4-BE49-F238E27FC236}">
                <a16:creationId xmlns:a16="http://schemas.microsoft.com/office/drawing/2014/main" id="{D7357749-F20D-431C-A617-3DD5171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AAE42"/>
            </a:solidFill>
            <a:prstDash val="solid"/>
          </a:ln>
        </p:spPr>
      </p:sp>
      <p:sp>
        <p:nvSpPr>
          <p:cNvPr id="25" name="legend-marker-Polaris">
            <a:extLst xmlns:a="http://schemas.openxmlformats.org/drawingml/2006/main">
              <a:ext uri="{FF2B5EF4-FFF2-40B4-BE49-F238E27FC236}">
                <a16:creationId xmlns:a16="http://schemas.microsoft.com/office/drawing/2014/main" id="{CC420A3E-A9B2-4097-9A2B-7236D138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E42"/>
          </a:solidFill>
          <a:ln xmlns:a="http://schemas.openxmlformats.org/drawingml/2006/main" w="9525">
            <a:solidFill>
              <a:srgbClr val="7AAE42"/>
            </a:solidFill>
            <a:prstDash val="solid"/>
          </a:ln>
        </p:spPr>
      </p:sp>
      <p:sp>
        <p:nvSpPr>
          <p:cNvPr id="26" name="legend-text-Polaris">
            <a:extLst xmlns:a="http://schemas.openxmlformats.org/drawingml/2006/main">
              <a:ext uri="{FF2B5EF4-FFF2-40B4-BE49-F238E27FC236}">
                <a16:creationId xmlns:a16="http://schemas.microsoft.com/office/drawing/2014/main" id="{ACDCA44A-731B-4DF2-86D3-0A12FEE8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Polaris</a:t>
            </a:r>
          </a:p>
        </p:txBody>
      </p:sp>
      <p:sp>
        <p:nvSpPr>
          <p:cNvPr id="27" name="legend-line-ATCC">
            <a:extLst xmlns:a="http://schemas.openxmlformats.org/drawingml/2006/main">
              <a:ext uri="{FF2B5EF4-FFF2-40B4-BE49-F238E27FC236}">
                <a16:creationId xmlns:a16="http://schemas.microsoft.com/office/drawing/2014/main" id="{E5C71AC6-6C90-46D9-9F47-24FD2F17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31A1C"/>
            </a:solidFill>
            <a:prstDash val="solid"/>
          </a:ln>
        </p:spPr>
      </p:sp>
      <p:sp>
        <p:nvSpPr>
          <p:cNvPr id="28" name="legend-marker-ATCC">
            <a:extLst xmlns:a="http://schemas.openxmlformats.org/drawingml/2006/main">
              <a:ext uri="{FF2B5EF4-FFF2-40B4-BE49-F238E27FC236}">
                <a16:creationId xmlns:a16="http://schemas.microsoft.com/office/drawing/2014/main" id="{91A1B84B-94EE-4764-A88C-1C7543E7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7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A1C"/>
          </a:solidFill>
          <a:ln xmlns:a="http://schemas.openxmlformats.org/drawingml/2006/main" w="9525">
            <a:solidFill>
              <a:srgbClr val="E31A1C"/>
            </a:solidFill>
            <a:prstDash val="solid"/>
          </a:ln>
        </p:spPr>
      </p:sp>
      <p:sp>
        <p:nvSpPr>
          <p:cNvPr id="29" name="legend-text-ATCC">
            <a:extLst xmlns:a="http://schemas.openxmlformats.org/drawingml/2006/main">
              <a:ext uri="{FF2B5EF4-FFF2-40B4-BE49-F238E27FC236}">
                <a16:creationId xmlns:a16="http://schemas.microsoft.com/office/drawing/2014/main" id="{C1B10E8E-D44A-48E3-950D-079FD0EF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ATCC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3333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bb6cdf58344b15"/>
          </a:graphicData>
        </a:graphic>
      </p:graphicFrame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6238875" y="1066800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7d20be84ec4a18"/>
          </a:graphicData>
        </a:graphic>
      </p:graphicFrame>
      <p:graphicFrame>
        <p:nvGraphicFramePr>
          <p:cNvPr id="66" name="Chart"/>
          <p:cNvGraphicFramePr/>
          <p:nvPr/>
        </p:nvGraphicFramePr>
        <p:xfrm>
          <a:off xmlns:a="http://schemas.openxmlformats.org/drawingml/2006/main" x="3333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6c29009ee343cf"/>
          </a:graphicData>
        </a:graphic>
      </p:graphicFrame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6238875" y="3781425"/>
          <a:ext xmlns:a="http://schemas.openxmlformats.org/drawingml/2006/main" cx="5619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2ca650c79f4622"/>
          </a:graphicData>
        </a:graphic>
      </p:graphicFrame>
      <p:sp>
        <p:nvSpPr>
          <p:cNvPr id="34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7E6C5EFA-155A-41B6-A2F3-E4A5DCF8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All-agent clients · fixed trace · 3 seeds · warmup 2 s · measure 10 s · tokens are estimated</a:t>
            </a:r>
          </a:p>
        </p:txBody>
      </p:sp>
    </p:spTree>
    <p:extLst>
      <p:ext uri="{BB962C8B-B14F-4D97-AF65-F5344CB8AC3E}">
        <p14:creationId xmlns:p14="http://schemas.microsoft.com/office/powerpoint/2010/main" val="19062462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F74879-BCB4-4A06-8F71-FDFDE1B8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TPC-C Low Contention</a:t>
            </a:r>
          </a:p>
        </p:txBody>
      </p:sp>
      <p:sp>
        <p:nvSpPr>
          <p:cNvPr id="2" name="slide-caption">
            <a:extLst xmlns:a="http://schemas.openxmlformats.org/drawingml/2006/main">
              <a:ext uri="{FF2B5EF4-FFF2-40B4-BE49-F238E27FC236}">
                <a16:creationId xmlns:a16="http://schemas.microsoft.com/office/drawing/2014/main" id="{3DE11CF3-AC9B-4868-BE28-B2F8B01F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100 warehouses</a:t>
            </a:r>
          </a:p>
        </p:txBody>
      </p:sp>
      <p:sp>
        <p:nvSpPr>
          <p:cNvPr id="3" name="legend-line-OCC">
            <a:extLst xmlns:a="http://schemas.openxmlformats.org/drawingml/2006/main">
              <a:ext uri="{FF2B5EF4-FFF2-40B4-BE49-F238E27FC236}">
                <a16:creationId xmlns:a16="http://schemas.microsoft.com/office/drawing/2014/main" id="{BE554024-C385-4563-BBE8-16ED732B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E79A7"/>
            </a:solidFill>
            <a:prstDash val="solid"/>
          </a:ln>
        </p:spPr>
      </p:sp>
      <p:sp>
        <p:nvSpPr>
          <p:cNvPr id="4" name="legend-marker-OCC">
            <a:extLst xmlns:a="http://schemas.openxmlformats.org/drawingml/2006/main">
              <a:ext uri="{FF2B5EF4-FFF2-40B4-BE49-F238E27FC236}">
                <a16:creationId xmlns:a16="http://schemas.microsoft.com/office/drawing/2014/main" id="{58D46AE1-15E1-4A62-9968-921C0F01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9525">
            <a:solidFill>
              <a:srgbClr val="4E79A7"/>
            </a:solidFill>
            <a:prstDash val="solid"/>
          </a:ln>
        </p:spPr>
      </p:sp>
      <p:sp>
        <p:nvSpPr>
          <p:cNvPr id="5" name="legend-text-OCC">
            <a:extLst xmlns:a="http://schemas.openxmlformats.org/drawingml/2006/main">
              <a:ext uri="{FF2B5EF4-FFF2-40B4-BE49-F238E27FC236}">
                <a16:creationId xmlns:a16="http://schemas.microsoft.com/office/drawing/2014/main" id="{DA0D2548-BDE4-4CE8-9695-0B6E8CBB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OCC</a:t>
            </a:r>
          </a:p>
        </p:txBody>
      </p:sp>
      <p:sp>
        <p:nvSpPr>
          <p:cNvPr id="6" name="legend-line-2PL-nowait">
            <a:extLst xmlns:a="http://schemas.openxmlformats.org/drawingml/2006/main">
              <a:ext uri="{FF2B5EF4-FFF2-40B4-BE49-F238E27FC236}">
                <a16:creationId xmlns:a16="http://schemas.microsoft.com/office/drawing/2014/main" id="{C89F01F0-9979-4DB6-A587-4936C44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A14F"/>
            </a:solidFill>
            <a:prstDash val="solid"/>
          </a:ln>
        </p:spPr>
      </p:sp>
      <p:sp>
        <p:nvSpPr>
          <p:cNvPr id="7" name="legend-marker-2PL-nowait">
            <a:extLst xmlns:a="http://schemas.openxmlformats.org/drawingml/2006/main">
              <a:ext uri="{FF2B5EF4-FFF2-40B4-BE49-F238E27FC236}">
                <a16:creationId xmlns:a16="http://schemas.microsoft.com/office/drawing/2014/main" id="{09831752-3BCD-41F3-9107-1B2622A2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14F"/>
          </a:solidFill>
          <a:ln xmlns:a="http://schemas.openxmlformats.org/drawingml/2006/main" w="9525">
            <a:solidFill>
              <a:srgbClr val="59A14F"/>
            </a:solidFill>
            <a:prstDash val="solid"/>
          </a:ln>
        </p:spPr>
      </p:sp>
      <p:sp>
        <p:nvSpPr>
          <p:cNvPr id="8" name="legend-text-2PL-nowait">
            <a:extLst xmlns:a="http://schemas.openxmlformats.org/drawingml/2006/main">
              <a:ext uri="{FF2B5EF4-FFF2-40B4-BE49-F238E27FC236}">
                <a16:creationId xmlns:a16="http://schemas.microsoft.com/office/drawing/2014/main" id="{9BCA9435-7C02-4D6D-AE1D-D4974770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2PL-nowait</a:t>
            </a:r>
          </a:p>
        </p:txBody>
      </p:sp>
      <p:sp>
        <p:nvSpPr>
          <p:cNvPr id="9" name="legend-line-2PL-wait-die">
            <a:extLst xmlns:a="http://schemas.openxmlformats.org/drawingml/2006/main">
              <a:ext uri="{FF2B5EF4-FFF2-40B4-BE49-F238E27FC236}">
                <a16:creationId xmlns:a16="http://schemas.microsoft.com/office/drawing/2014/main" id="{B942992C-F28F-45CE-9527-64CC77D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7AA1"/>
            </a:solidFill>
            <a:prstDash val="solid"/>
          </a:ln>
        </p:spPr>
      </p:sp>
      <p:sp>
        <p:nvSpPr>
          <p:cNvPr id="10" name="legend-marker-2PL-wait-die">
            <a:extLst xmlns:a="http://schemas.openxmlformats.org/drawingml/2006/main">
              <a:ext uri="{FF2B5EF4-FFF2-40B4-BE49-F238E27FC236}">
                <a16:creationId xmlns:a16="http://schemas.microsoft.com/office/drawing/2014/main" id="{9B5674A3-ACCF-410C-A722-8B3DDA47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A1"/>
          </a:solidFill>
          <a:ln xmlns:a="http://schemas.openxmlformats.org/drawingml/2006/main" w="9525">
            <a:solidFill>
              <a:srgbClr val="B07AA1"/>
            </a:solidFill>
            <a:prstDash val="solid"/>
          </a:ln>
        </p:spPr>
      </p:sp>
      <p:sp>
        <p:nvSpPr>
          <p:cNvPr id="11" name="legend-text-2PL-wait-die">
            <a:extLst xmlns:a="http://schemas.openxmlformats.org/drawingml/2006/main">
              <a:ext uri="{FF2B5EF4-FFF2-40B4-BE49-F238E27FC236}">
                <a16:creationId xmlns:a16="http://schemas.microsoft.com/office/drawing/2014/main" id="{9930AC81-1272-4C22-AF0C-3B2BFB3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2PL-wait-die</a:t>
            </a:r>
          </a:p>
        </p:txBody>
      </p:sp>
      <p:sp>
        <p:nvSpPr>
          <p:cNvPr id="12" name="legend-line-MVCC">
            <a:extLst xmlns:a="http://schemas.openxmlformats.org/drawingml/2006/main">
              <a:ext uri="{FF2B5EF4-FFF2-40B4-BE49-F238E27FC236}">
                <a16:creationId xmlns:a16="http://schemas.microsoft.com/office/drawing/2014/main" id="{E18789BD-5A3B-465A-A123-2F05EFF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legend-marker-MVCC">
            <a:extLst xmlns:a="http://schemas.openxmlformats.org/drawingml/2006/main">
              <a:ext uri="{FF2B5EF4-FFF2-40B4-BE49-F238E27FC236}">
                <a16:creationId xmlns:a16="http://schemas.microsoft.com/office/drawing/2014/main" id="{D5C79B1C-0B65-46B9-9588-583EE7E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4" name="legend-text-MVCC">
            <a:extLst xmlns:a="http://schemas.openxmlformats.org/drawingml/2006/main">
              <a:ext uri="{FF2B5EF4-FFF2-40B4-BE49-F238E27FC236}">
                <a16:creationId xmlns:a16="http://schemas.microsoft.com/office/drawing/2014/main" id="{91E3B648-F6F8-4DE5-AFDD-FD1E9D9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MVCC</a:t>
            </a:r>
          </a:p>
        </p:txBody>
      </p:sp>
      <p:sp>
        <p:nvSpPr>
          <p:cNvPr id="15" name="legend-line-Silo">
            <a:extLst xmlns:a="http://schemas.openxmlformats.org/drawingml/2006/main">
              <a:ext uri="{FF2B5EF4-FFF2-40B4-BE49-F238E27FC236}">
                <a16:creationId xmlns:a16="http://schemas.microsoft.com/office/drawing/2014/main" id="{E8094CA4-2C42-4D48-9B0F-4CBF6EF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DC948"/>
            </a:solidFill>
            <a:prstDash val="solid"/>
          </a:ln>
        </p:spPr>
      </p:sp>
      <p:sp>
        <p:nvSpPr>
          <p:cNvPr id="16" name="legend-marker-Silo">
            <a:extLst xmlns:a="http://schemas.openxmlformats.org/drawingml/2006/main">
              <a:ext uri="{FF2B5EF4-FFF2-40B4-BE49-F238E27FC236}">
                <a16:creationId xmlns:a16="http://schemas.microsoft.com/office/drawing/2014/main" id="{6C88B6E2-A2EB-4990-9E86-5CD5F6C5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948"/>
          </a:solidFill>
          <a:ln xmlns:a="http://schemas.openxmlformats.org/drawingml/2006/main" w="9525">
            <a:solidFill>
              <a:srgbClr val="EDC948"/>
            </a:solidFill>
            <a:prstDash val="solid"/>
          </a:ln>
        </p:spPr>
      </p:sp>
      <p:sp>
        <p:nvSpPr>
          <p:cNvPr id="17" name="legend-text-Silo">
            <a:extLst xmlns:a="http://schemas.openxmlformats.org/drawingml/2006/main">
              <a:ext uri="{FF2B5EF4-FFF2-40B4-BE49-F238E27FC236}">
                <a16:creationId xmlns:a16="http://schemas.microsoft.com/office/drawing/2014/main" id="{CB162385-61AE-405F-8A3F-8B8321A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Silo</a:t>
            </a:r>
          </a:p>
        </p:txBody>
      </p:sp>
      <p:sp>
        <p:nvSpPr>
          <p:cNvPr id="18" name="legend-line-TicToc">
            <a:extLst xmlns:a="http://schemas.openxmlformats.org/drawingml/2006/main">
              <a:ext uri="{FF2B5EF4-FFF2-40B4-BE49-F238E27FC236}">
                <a16:creationId xmlns:a16="http://schemas.microsoft.com/office/drawing/2014/main" id="{CDC80E89-D3AE-4482-89F3-0F6B1B3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B2"/>
            </a:solidFill>
            <a:prstDash val="solid"/>
          </a:ln>
        </p:spPr>
      </p:sp>
      <p:sp>
        <p:nvSpPr>
          <p:cNvPr id="19" name="legend-marker-TicToc">
            <a:extLst xmlns:a="http://schemas.openxmlformats.org/drawingml/2006/main">
              <a:ext uri="{FF2B5EF4-FFF2-40B4-BE49-F238E27FC236}">
                <a16:creationId xmlns:a16="http://schemas.microsoft.com/office/drawing/2014/main" id="{44E718B5-FD50-465C-A60A-8A927E4E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7B2"/>
          </a:solidFill>
          <a:ln xmlns:a="http://schemas.openxmlformats.org/drawingml/2006/main" w="9525">
            <a:solidFill>
              <a:srgbClr val="76B7B2"/>
            </a:solidFill>
            <a:prstDash val="solid"/>
          </a:ln>
        </p:spPr>
      </p:sp>
      <p:sp>
        <p:nvSpPr>
          <p:cNvPr id="20" name="legend-text-TicToc">
            <a:extLst xmlns:a="http://schemas.openxmlformats.org/drawingml/2006/main">
              <a:ext uri="{FF2B5EF4-FFF2-40B4-BE49-F238E27FC236}">
                <a16:creationId xmlns:a16="http://schemas.microsoft.com/office/drawing/2014/main" id="{D2BBD66B-2BF1-4B33-B47A-EC7878BD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TicToc</a:t>
            </a:r>
          </a:p>
        </p:txBody>
      </p:sp>
      <p:sp>
        <p:nvSpPr>
          <p:cNvPr id="21" name="legend-line-Bamboo">
            <a:extLst xmlns:a="http://schemas.openxmlformats.org/drawingml/2006/main">
              <a:ext uri="{FF2B5EF4-FFF2-40B4-BE49-F238E27FC236}">
                <a16:creationId xmlns:a16="http://schemas.microsoft.com/office/drawing/2014/main" id="{B0B95634-68F8-4ADE-B634-4CD4FC4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C755F"/>
            </a:solidFill>
            <a:prstDash val="solid"/>
          </a:ln>
        </p:spPr>
      </p:sp>
      <p:sp>
        <p:nvSpPr>
          <p:cNvPr id="22" name="legend-marker-Bamboo">
            <a:extLst xmlns:a="http://schemas.openxmlformats.org/drawingml/2006/main">
              <a:ext uri="{FF2B5EF4-FFF2-40B4-BE49-F238E27FC236}">
                <a16:creationId xmlns:a16="http://schemas.microsoft.com/office/drawing/2014/main" id="{E929141A-2B9C-406A-900D-05F456D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55F"/>
          </a:solidFill>
          <a:ln xmlns:a="http://schemas.openxmlformats.org/drawingml/2006/main" w="9525">
            <a:solidFill>
              <a:srgbClr val="9C755F"/>
            </a:solidFill>
            <a:prstDash val="solid"/>
          </a:ln>
        </p:spPr>
      </p:sp>
      <p:sp>
        <p:nvSpPr>
          <p:cNvPr id="23" name="legend-text-Bamboo">
            <a:extLst xmlns:a="http://schemas.openxmlformats.org/drawingml/2006/main">
              <a:ext uri="{FF2B5EF4-FFF2-40B4-BE49-F238E27FC236}">
                <a16:creationId xmlns:a16="http://schemas.microsoft.com/office/drawing/2014/main" id="{C4F1F03B-EEBF-48E2-B974-9077BD4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Bamboo</a:t>
            </a:r>
          </a:p>
        </p:txBody>
      </p:sp>
      <p:sp>
        <p:nvSpPr>
          <p:cNvPr id="24" name="legend-line-Polaris">
            <a:extLst xmlns:a="http://schemas.openxmlformats.org/drawingml/2006/main">
              <a:ext uri="{FF2B5EF4-FFF2-40B4-BE49-F238E27FC236}">
                <a16:creationId xmlns:a16="http://schemas.microsoft.com/office/drawing/2014/main" id="{A2B83657-4449-4219-AE8B-6D3955C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AAE42"/>
            </a:solidFill>
            <a:prstDash val="solid"/>
          </a:ln>
        </p:spPr>
      </p:sp>
      <p:sp>
        <p:nvSpPr>
          <p:cNvPr id="25" name="legend-marker-Polaris">
            <a:extLst xmlns:a="http://schemas.openxmlformats.org/drawingml/2006/main">
              <a:ext uri="{FF2B5EF4-FFF2-40B4-BE49-F238E27FC236}">
                <a16:creationId xmlns:a16="http://schemas.microsoft.com/office/drawing/2014/main" id="{57AD3319-FC59-4EAB-AE7A-0D604294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E42"/>
          </a:solidFill>
          <a:ln xmlns:a="http://schemas.openxmlformats.org/drawingml/2006/main" w="9525">
            <a:solidFill>
              <a:srgbClr val="7AAE42"/>
            </a:solidFill>
            <a:prstDash val="solid"/>
          </a:ln>
        </p:spPr>
      </p:sp>
      <p:sp>
        <p:nvSpPr>
          <p:cNvPr id="26" name="legend-text-Polaris">
            <a:extLst xmlns:a="http://schemas.openxmlformats.org/drawingml/2006/main">
              <a:ext uri="{FF2B5EF4-FFF2-40B4-BE49-F238E27FC236}">
                <a16:creationId xmlns:a16="http://schemas.microsoft.com/office/drawing/2014/main" id="{B67464E5-D714-4C0F-8F92-3BB40C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Polaris</a:t>
            </a:r>
          </a:p>
        </p:txBody>
      </p:sp>
      <p:sp>
        <p:nvSpPr>
          <p:cNvPr id="27" name="legend-line-ATCC">
            <a:extLst xmlns:a="http://schemas.openxmlformats.org/drawingml/2006/main">
              <a:ext uri="{FF2B5EF4-FFF2-40B4-BE49-F238E27FC236}">
                <a16:creationId xmlns:a16="http://schemas.microsoft.com/office/drawing/2014/main" id="{D916BB3F-B201-458D-87A3-D9BC708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31A1C"/>
            </a:solidFill>
            <a:prstDash val="solid"/>
          </a:ln>
        </p:spPr>
      </p:sp>
      <p:sp>
        <p:nvSpPr>
          <p:cNvPr id="28" name="legend-marker-ATCC">
            <a:extLst xmlns:a="http://schemas.openxmlformats.org/drawingml/2006/main">
              <a:ext uri="{FF2B5EF4-FFF2-40B4-BE49-F238E27FC236}">
                <a16:creationId xmlns:a16="http://schemas.microsoft.com/office/drawing/2014/main" id="{78103860-8F20-41E5-8BBD-501E0FB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7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A1C"/>
          </a:solidFill>
          <a:ln xmlns:a="http://schemas.openxmlformats.org/drawingml/2006/main" w="9525">
            <a:solidFill>
              <a:srgbClr val="E31A1C"/>
            </a:solidFill>
            <a:prstDash val="solid"/>
          </a:ln>
        </p:spPr>
      </p:sp>
      <p:sp>
        <p:nvSpPr>
          <p:cNvPr id="29" name="legend-text-ATCC">
            <a:extLst xmlns:a="http://schemas.openxmlformats.org/drawingml/2006/main">
              <a:ext uri="{FF2B5EF4-FFF2-40B4-BE49-F238E27FC236}">
                <a16:creationId xmlns:a16="http://schemas.microsoft.com/office/drawing/2014/main" id="{074F8E0C-9784-4221-9155-FB8EEE0C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ATCC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334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3319c8ddd047f4"/>
          </a:graphicData>
        </a:graphic>
      </p:graphicFrame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6334125" y="1381125"/>
          <a:ext xmlns:a="http://schemas.openxmlformats.org/drawingml/2006/main" cx="5334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389e650afd4fb6"/>
          </a:graphicData>
        </a:graphic>
      </p:graphicFrame>
      <p:sp>
        <p:nvSpPr>
          <p:cNvPr id="32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670FECDF-1D66-40AF-B4E4-51FC5BD8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All-agent clients · fixed trace · 3 seeds · warmup 2 s · measure 10 s · tokens are estimated</a:t>
            </a:r>
          </a:p>
        </p:txBody>
      </p:sp>
    </p:spTree>
    <p:extLst>
      <p:ext uri="{BB962C8B-B14F-4D97-AF65-F5344CB8AC3E}">
        <p14:creationId xmlns:p14="http://schemas.microsoft.com/office/powerpoint/2010/main" val="1229754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59FA3A-6BCC-4EC6-861D-F972EF26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TPC-C High Contention</a:t>
            </a:r>
          </a:p>
        </p:txBody>
      </p:sp>
      <p:sp>
        <p:nvSpPr>
          <p:cNvPr id="2" name="slide-caption">
            <a:extLst xmlns:a="http://schemas.openxmlformats.org/drawingml/2006/main">
              <a:ext uri="{FF2B5EF4-FFF2-40B4-BE49-F238E27FC236}">
                <a16:creationId xmlns:a16="http://schemas.microsoft.com/office/drawing/2014/main" id="{77B259BD-9853-4337-AE0F-B344F9F4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>
                <a:solidFill>
                  <a:srgbClr val="555555"/>
                </a:solidFill>
              </a:defRPr>
            </a:pPr>
            <a:r>
              <a:rPr sz="1275">
                <a:solidFill>
                  <a:srgbClr val="555555"/>
                </a:solidFill>
              </a:rPr>
              <a:t>1 warehouse</a:t>
            </a:r>
          </a:p>
        </p:txBody>
      </p:sp>
      <p:sp>
        <p:nvSpPr>
          <p:cNvPr id="3" name="legend-line-OCC">
            <a:extLst xmlns:a="http://schemas.openxmlformats.org/drawingml/2006/main">
              <a:ext uri="{FF2B5EF4-FFF2-40B4-BE49-F238E27FC236}">
                <a16:creationId xmlns:a16="http://schemas.microsoft.com/office/drawing/2014/main" id="{7112F72E-0163-43C3-B847-BC8B400C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E79A7"/>
            </a:solidFill>
            <a:prstDash val="solid"/>
          </a:ln>
        </p:spPr>
      </p:sp>
      <p:sp>
        <p:nvSpPr>
          <p:cNvPr id="4" name="legend-marker-OCC">
            <a:extLst xmlns:a="http://schemas.openxmlformats.org/drawingml/2006/main">
              <a:ext uri="{FF2B5EF4-FFF2-40B4-BE49-F238E27FC236}">
                <a16:creationId xmlns:a16="http://schemas.microsoft.com/office/drawing/2014/main" id="{BB8B26CE-9FBB-4F7F-AB4E-A813AE5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9A7"/>
          </a:solidFill>
          <a:ln xmlns:a="http://schemas.openxmlformats.org/drawingml/2006/main" w="9525">
            <a:solidFill>
              <a:srgbClr val="4E79A7"/>
            </a:solidFill>
            <a:prstDash val="solid"/>
          </a:ln>
        </p:spPr>
      </p:sp>
      <p:sp>
        <p:nvSpPr>
          <p:cNvPr id="5" name="legend-text-OCC">
            <a:extLst xmlns:a="http://schemas.openxmlformats.org/drawingml/2006/main">
              <a:ext uri="{FF2B5EF4-FFF2-40B4-BE49-F238E27FC236}">
                <a16:creationId xmlns:a16="http://schemas.microsoft.com/office/drawing/2014/main" id="{DEA317E1-54C7-4B31-99C4-83F46A25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OCC</a:t>
            </a:r>
          </a:p>
        </p:txBody>
      </p:sp>
      <p:sp>
        <p:nvSpPr>
          <p:cNvPr id="6" name="legend-line-2PL-nowait">
            <a:extLst xmlns:a="http://schemas.openxmlformats.org/drawingml/2006/main">
              <a:ext uri="{FF2B5EF4-FFF2-40B4-BE49-F238E27FC236}">
                <a16:creationId xmlns:a16="http://schemas.microsoft.com/office/drawing/2014/main" id="{AC459766-B641-4EB3-8FBC-729642EA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59A14F"/>
            </a:solidFill>
            <a:prstDash val="solid"/>
          </a:ln>
        </p:spPr>
      </p:sp>
      <p:sp>
        <p:nvSpPr>
          <p:cNvPr id="7" name="legend-marker-2PL-nowait">
            <a:extLst xmlns:a="http://schemas.openxmlformats.org/drawingml/2006/main">
              <a:ext uri="{FF2B5EF4-FFF2-40B4-BE49-F238E27FC236}">
                <a16:creationId xmlns:a16="http://schemas.microsoft.com/office/drawing/2014/main" id="{CAE37845-9B40-4B2F-A2B7-0DD1DC47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A14F"/>
          </a:solidFill>
          <a:ln xmlns:a="http://schemas.openxmlformats.org/drawingml/2006/main" w="9525">
            <a:solidFill>
              <a:srgbClr val="59A14F"/>
            </a:solidFill>
            <a:prstDash val="solid"/>
          </a:ln>
        </p:spPr>
      </p:sp>
      <p:sp>
        <p:nvSpPr>
          <p:cNvPr id="8" name="legend-text-2PL-nowait">
            <a:extLst xmlns:a="http://schemas.openxmlformats.org/drawingml/2006/main">
              <a:ext uri="{FF2B5EF4-FFF2-40B4-BE49-F238E27FC236}">
                <a16:creationId xmlns:a16="http://schemas.microsoft.com/office/drawing/2014/main" id="{2A4BB828-272D-44F0-AFC2-E2E029C8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2PL-nowait</a:t>
            </a:r>
          </a:p>
        </p:txBody>
      </p:sp>
      <p:sp>
        <p:nvSpPr>
          <p:cNvPr id="9" name="legend-line-2PL-wait-die">
            <a:extLst xmlns:a="http://schemas.openxmlformats.org/drawingml/2006/main">
              <a:ext uri="{FF2B5EF4-FFF2-40B4-BE49-F238E27FC236}">
                <a16:creationId xmlns:a16="http://schemas.microsoft.com/office/drawing/2014/main" id="{A76866AD-87B3-4BAB-8283-51F38D0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7AA1"/>
            </a:solidFill>
            <a:prstDash val="solid"/>
          </a:ln>
        </p:spPr>
      </p:sp>
      <p:sp>
        <p:nvSpPr>
          <p:cNvPr id="10" name="legend-marker-2PL-wait-die">
            <a:extLst xmlns:a="http://schemas.openxmlformats.org/drawingml/2006/main">
              <a:ext uri="{FF2B5EF4-FFF2-40B4-BE49-F238E27FC236}">
                <a16:creationId xmlns:a16="http://schemas.microsoft.com/office/drawing/2014/main" id="{DAE9860C-2DB1-4A19-9CD3-0417E56F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AA1"/>
          </a:solidFill>
          <a:ln xmlns:a="http://schemas.openxmlformats.org/drawingml/2006/main" w="9525">
            <a:solidFill>
              <a:srgbClr val="B07AA1"/>
            </a:solidFill>
            <a:prstDash val="solid"/>
          </a:ln>
        </p:spPr>
      </p:sp>
      <p:sp>
        <p:nvSpPr>
          <p:cNvPr id="11" name="legend-text-2PL-wait-die">
            <a:extLst xmlns:a="http://schemas.openxmlformats.org/drawingml/2006/main">
              <a:ext uri="{FF2B5EF4-FFF2-40B4-BE49-F238E27FC236}">
                <a16:creationId xmlns:a16="http://schemas.microsoft.com/office/drawing/2014/main" id="{D3489B8D-D926-4749-94F1-75994CA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2PL-wait-die</a:t>
            </a:r>
          </a:p>
        </p:txBody>
      </p:sp>
      <p:sp>
        <p:nvSpPr>
          <p:cNvPr id="12" name="legend-line-MVCC">
            <a:extLst xmlns:a="http://schemas.openxmlformats.org/drawingml/2006/main">
              <a:ext uri="{FF2B5EF4-FFF2-40B4-BE49-F238E27FC236}">
                <a16:creationId xmlns:a16="http://schemas.microsoft.com/office/drawing/2014/main" id="{968311A1-2C2A-4B90-9C33-0F8C019F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28E2B"/>
            </a:solidFill>
            <a:prstDash val="solid"/>
          </a:ln>
        </p:spPr>
      </p:sp>
      <p:sp>
        <p:nvSpPr>
          <p:cNvPr id="13" name="legend-marker-MVCC">
            <a:extLst xmlns:a="http://schemas.openxmlformats.org/drawingml/2006/main">
              <a:ext uri="{FF2B5EF4-FFF2-40B4-BE49-F238E27FC236}">
                <a16:creationId xmlns:a16="http://schemas.microsoft.com/office/drawing/2014/main" id="{6C10AD60-7F7D-4745-8B51-28B2788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4" name="legend-text-MVCC">
            <a:extLst xmlns:a="http://schemas.openxmlformats.org/drawingml/2006/main">
              <a:ext uri="{FF2B5EF4-FFF2-40B4-BE49-F238E27FC236}">
                <a16:creationId xmlns:a16="http://schemas.microsoft.com/office/drawing/2014/main" id="{DE1C3587-58AC-42E2-A850-EF51939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MVCC</a:t>
            </a:r>
          </a:p>
        </p:txBody>
      </p:sp>
      <p:sp>
        <p:nvSpPr>
          <p:cNvPr id="15" name="legend-line-Silo">
            <a:extLst xmlns:a="http://schemas.openxmlformats.org/drawingml/2006/main">
              <a:ext uri="{FF2B5EF4-FFF2-40B4-BE49-F238E27FC236}">
                <a16:creationId xmlns:a16="http://schemas.microsoft.com/office/drawing/2014/main" id="{FEFCD744-7D38-47AC-8B4D-4D7DEC6E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DC948"/>
            </a:solidFill>
            <a:prstDash val="solid"/>
          </a:ln>
        </p:spPr>
      </p:sp>
      <p:sp>
        <p:nvSpPr>
          <p:cNvPr id="16" name="legend-marker-Silo">
            <a:extLst xmlns:a="http://schemas.openxmlformats.org/drawingml/2006/main">
              <a:ext uri="{FF2B5EF4-FFF2-40B4-BE49-F238E27FC236}">
                <a16:creationId xmlns:a16="http://schemas.microsoft.com/office/drawing/2014/main" id="{1BB40EB1-3180-4D64-A656-8943496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948"/>
          </a:solidFill>
          <a:ln xmlns:a="http://schemas.openxmlformats.org/drawingml/2006/main" w="9525">
            <a:solidFill>
              <a:srgbClr val="EDC948"/>
            </a:solidFill>
            <a:prstDash val="solid"/>
          </a:ln>
        </p:spPr>
      </p:sp>
      <p:sp>
        <p:nvSpPr>
          <p:cNvPr id="17" name="legend-text-Silo">
            <a:extLst xmlns:a="http://schemas.openxmlformats.org/drawingml/2006/main">
              <a:ext uri="{FF2B5EF4-FFF2-40B4-BE49-F238E27FC236}">
                <a16:creationId xmlns:a16="http://schemas.microsoft.com/office/drawing/2014/main" id="{4F1B5511-11DA-493C-8658-5E4CDEBA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Silo</a:t>
            </a:r>
          </a:p>
        </p:txBody>
      </p:sp>
      <p:sp>
        <p:nvSpPr>
          <p:cNvPr id="18" name="legend-line-TicToc">
            <a:extLst xmlns:a="http://schemas.openxmlformats.org/drawingml/2006/main">
              <a:ext uri="{FF2B5EF4-FFF2-40B4-BE49-F238E27FC236}">
                <a16:creationId xmlns:a16="http://schemas.microsoft.com/office/drawing/2014/main" id="{51D1E12E-5778-474E-B3B3-14586E57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6B7B2"/>
            </a:solidFill>
            <a:prstDash val="solid"/>
          </a:ln>
        </p:spPr>
      </p:sp>
      <p:sp>
        <p:nvSpPr>
          <p:cNvPr id="19" name="legend-marker-TicToc">
            <a:extLst xmlns:a="http://schemas.openxmlformats.org/drawingml/2006/main">
              <a:ext uri="{FF2B5EF4-FFF2-40B4-BE49-F238E27FC236}">
                <a16:creationId xmlns:a16="http://schemas.microsoft.com/office/drawing/2014/main" id="{D86F0D44-829D-4033-BA6F-832E302E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7B2"/>
          </a:solidFill>
          <a:ln xmlns:a="http://schemas.openxmlformats.org/drawingml/2006/main" w="9525">
            <a:solidFill>
              <a:srgbClr val="76B7B2"/>
            </a:solidFill>
            <a:prstDash val="solid"/>
          </a:ln>
        </p:spPr>
      </p:sp>
      <p:sp>
        <p:nvSpPr>
          <p:cNvPr id="20" name="legend-text-TicToc">
            <a:extLst xmlns:a="http://schemas.openxmlformats.org/drawingml/2006/main">
              <a:ext uri="{FF2B5EF4-FFF2-40B4-BE49-F238E27FC236}">
                <a16:creationId xmlns:a16="http://schemas.microsoft.com/office/drawing/2014/main" id="{851FBAEB-F299-4DBC-B16B-B3B6F065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TicToc</a:t>
            </a:r>
          </a:p>
        </p:txBody>
      </p:sp>
      <p:sp>
        <p:nvSpPr>
          <p:cNvPr id="21" name="legend-line-Bamboo">
            <a:extLst xmlns:a="http://schemas.openxmlformats.org/drawingml/2006/main">
              <a:ext uri="{FF2B5EF4-FFF2-40B4-BE49-F238E27FC236}">
                <a16:creationId xmlns:a16="http://schemas.microsoft.com/office/drawing/2014/main" id="{0651FF27-C403-4058-B3AD-170EFB97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C755F"/>
            </a:solidFill>
            <a:prstDash val="solid"/>
          </a:ln>
        </p:spPr>
      </p:sp>
      <p:sp>
        <p:nvSpPr>
          <p:cNvPr id="22" name="legend-marker-Bamboo">
            <a:extLst xmlns:a="http://schemas.openxmlformats.org/drawingml/2006/main">
              <a:ext uri="{FF2B5EF4-FFF2-40B4-BE49-F238E27FC236}">
                <a16:creationId xmlns:a16="http://schemas.microsoft.com/office/drawing/2014/main" id="{4A488B74-9310-4B2A-8158-DA8DEE16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755F"/>
          </a:solidFill>
          <a:ln xmlns:a="http://schemas.openxmlformats.org/drawingml/2006/main" w="9525">
            <a:solidFill>
              <a:srgbClr val="9C755F"/>
            </a:solidFill>
            <a:prstDash val="solid"/>
          </a:ln>
        </p:spPr>
      </p:sp>
      <p:sp>
        <p:nvSpPr>
          <p:cNvPr id="23" name="legend-text-Bamboo">
            <a:extLst xmlns:a="http://schemas.openxmlformats.org/drawingml/2006/main">
              <a:ext uri="{FF2B5EF4-FFF2-40B4-BE49-F238E27FC236}">
                <a16:creationId xmlns:a16="http://schemas.microsoft.com/office/drawing/2014/main" id="{81C615F9-6245-4264-88AB-CB939AE6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Bamboo</a:t>
            </a:r>
          </a:p>
        </p:txBody>
      </p:sp>
      <p:sp>
        <p:nvSpPr>
          <p:cNvPr id="24" name="legend-line-Polaris">
            <a:extLst xmlns:a="http://schemas.openxmlformats.org/drawingml/2006/main">
              <a:ext uri="{FF2B5EF4-FFF2-40B4-BE49-F238E27FC236}">
                <a16:creationId xmlns:a16="http://schemas.microsoft.com/office/drawing/2014/main" id="{E17AA34F-9918-4E6F-934F-ABECF734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7AAE42"/>
            </a:solidFill>
            <a:prstDash val="solid"/>
          </a:ln>
        </p:spPr>
      </p:sp>
      <p:sp>
        <p:nvSpPr>
          <p:cNvPr id="25" name="legend-marker-Polaris">
            <a:extLst xmlns:a="http://schemas.openxmlformats.org/drawingml/2006/main">
              <a:ext uri="{FF2B5EF4-FFF2-40B4-BE49-F238E27FC236}">
                <a16:creationId xmlns:a16="http://schemas.microsoft.com/office/drawing/2014/main" id="{5011D4EE-E274-495B-8779-9362D0C6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771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E42"/>
          </a:solidFill>
          <a:ln xmlns:a="http://schemas.openxmlformats.org/drawingml/2006/main" w="9525">
            <a:solidFill>
              <a:srgbClr val="7AAE42"/>
            </a:solidFill>
            <a:prstDash val="solid"/>
          </a:ln>
        </p:spPr>
      </p:sp>
      <p:sp>
        <p:nvSpPr>
          <p:cNvPr id="26" name="legend-text-Polaris">
            <a:extLst xmlns:a="http://schemas.openxmlformats.org/drawingml/2006/main">
              <a:ext uri="{FF2B5EF4-FFF2-40B4-BE49-F238E27FC236}">
                <a16:creationId xmlns:a16="http://schemas.microsoft.com/office/drawing/2014/main" id="{7A68CEFF-4BFC-4D17-93BC-1583150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Polaris</a:t>
            </a:r>
          </a:p>
        </p:txBody>
      </p:sp>
      <p:sp>
        <p:nvSpPr>
          <p:cNvPr id="27" name="legend-line-ATCC">
            <a:extLst xmlns:a="http://schemas.openxmlformats.org/drawingml/2006/main">
              <a:ext uri="{FF2B5EF4-FFF2-40B4-BE49-F238E27FC236}">
                <a16:creationId xmlns:a16="http://schemas.microsoft.com/office/drawing/2014/main" id="{05C74B0E-79EB-4909-87F9-B7DBFF33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80962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31A1C"/>
            </a:solidFill>
            <a:prstDash val="solid"/>
          </a:ln>
        </p:spPr>
      </p:sp>
      <p:sp>
        <p:nvSpPr>
          <p:cNvPr id="28" name="legend-marker-ATCC">
            <a:extLst xmlns:a="http://schemas.openxmlformats.org/drawingml/2006/main">
              <a:ext uri="{FF2B5EF4-FFF2-40B4-BE49-F238E27FC236}">
                <a16:creationId xmlns:a16="http://schemas.microsoft.com/office/drawing/2014/main" id="{11E09A93-B7EC-482B-940B-5BF5C80B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7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1A1C"/>
          </a:solidFill>
          <a:ln xmlns:a="http://schemas.openxmlformats.org/drawingml/2006/main" w="9525">
            <a:solidFill>
              <a:srgbClr val="E31A1C"/>
            </a:solidFill>
            <a:prstDash val="solid"/>
          </a:ln>
        </p:spPr>
      </p:sp>
      <p:sp>
        <p:nvSpPr>
          <p:cNvPr id="29" name="legend-text-ATCC">
            <a:extLst xmlns:a="http://schemas.openxmlformats.org/drawingml/2006/main">
              <a:ext uri="{FF2B5EF4-FFF2-40B4-BE49-F238E27FC236}">
                <a16:creationId xmlns:a16="http://schemas.microsoft.com/office/drawing/2014/main" id="{DEBD37CA-6517-42BD-AE90-65E3ADA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723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ATCC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334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07dbf24c34861"/>
          </a:graphicData>
        </a:graphic>
      </p:graphicFrame>
      <p:graphicFrame>
        <p:nvGraphicFramePr>
          <p:cNvPr id="63" name="Chart"/>
          <p:cNvGraphicFramePr/>
          <p:nvPr/>
        </p:nvGraphicFramePr>
        <p:xfrm>
          <a:off xmlns:a="http://schemas.openxmlformats.org/drawingml/2006/main" x="6334125" y="1381125"/>
          <a:ext xmlns:a="http://schemas.openxmlformats.org/drawingml/2006/main" cx="5334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6a23d97d4420a"/>
          </a:graphicData>
        </a:graphic>
      </p:graphicFrame>
      <p:sp>
        <p:nvSpPr>
          <p:cNvPr id="32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F3D682DF-0D8B-4215-92C3-A715CDC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1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All-agent clients · fixed trace · 3 seeds · warmup 2 s · measure 10 s · tokens are estimated</a:t>
            </a:r>
          </a:p>
        </p:txBody>
      </p:sp>
    </p:spTree>
    <p:extLst>
      <p:ext uri="{BB962C8B-B14F-4D97-AF65-F5344CB8AC3E}">
        <p14:creationId xmlns:p14="http://schemas.microsoft.com/office/powerpoint/2010/main" val="1391077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2026-07-12T17:05:03.6360000Z</dcterms:created>
  <dcterms:modified xsi:type="dcterms:W3CDTF">2026-07-12T17:05:03.6360000Z</dcterms:modified>
</coreProperties>
</file>