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{506.743272110208,494.409698497983,469.652859051472,387.065100076128,465.562783558906}</c:f>
              <c:numCache>
                <c:formatCode>General</c:formatCode>
                <c:ptCount val="5"/>
                <c:pt idx="0">
                  <c:v>506.743272110208</c:v>
                </c:pt>
                <c:pt idx="1">
                  <c:v>494.409698497983</c:v>
                </c:pt>
                <c:pt idx="2">
                  <c:v>469.652859051472</c:v>
                </c:pt>
                <c:pt idx="3">
                  <c:v>387.065100076128</c:v>
                </c:pt>
                <c:pt idx="4">
                  <c:v>465.562783558906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{419.233673467234,401.615190838926,350.372860576178,335.610949005073,393.722216107024}</c:f>
              <c:numCache>
                <c:formatCode>General</c:formatCode>
                <c:ptCount val="5"/>
                <c:pt idx="0">
                  <c:v>419.233673467234</c:v>
                </c:pt>
                <c:pt idx="1">
                  <c:v>401.615190838926</c:v>
                </c:pt>
                <c:pt idx="2">
                  <c:v>350.372860576178</c:v>
                </c:pt>
                <c:pt idx="3">
                  <c:v>335.610949005073</c:v>
                </c:pt>
                <c:pt idx="4">
                  <c:v>393.722216107024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{443.313413059797,379.880612828957,351.859529048546,383.691476705726,349.676359773326}</c:f>
              <c:numCache>
                <c:formatCode>General</c:formatCode>
                <c:ptCount val="5"/>
                <c:pt idx="0">
                  <c:v>443.313413059797</c:v>
                </c:pt>
                <c:pt idx="1">
                  <c:v>379.880612828957</c:v>
                </c:pt>
                <c:pt idx="2">
                  <c:v>351.859529048546</c:v>
                </c:pt>
                <c:pt idx="3">
                  <c:v>383.691476705726</c:v>
                </c:pt>
                <c:pt idx="4">
                  <c:v>349.676359773326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{535.817453799611,525.284039216847,527.703461398861,493.021028192466,523.818946113837}</c:f>
              <c:numCache>
                <c:formatCode>General</c:formatCode>
                <c:ptCount val="5"/>
                <c:pt idx="0">
                  <c:v>535.817453799611</c:v>
                </c:pt>
                <c:pt idx="1">
                  <c:v>525.284039216847</c:v>
                </c:pt>
                <c:pt idx="2">
                  <c:v>527.703461398861</c:v>
                </c:pt>
                <c:pt idx="3">
                  <c:v>493.021028192466</c:v>
                </c:pt>
                <c:pt idx="4">
                  <c:v>523.818946113837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{465.869846227407,477.513040947594,382.788516416544,445.870416839584,470.96753761678}</c:f>
              <c:numCache>
                <c:formatCode>General</c:formatCode>
                <c:ptCount val="5"/>
                <c:pt idx="0">
                  <c:v>465.869846227407</c:v>
                </c:pt>
                <c:pt idx="1">
                  <c:v>477.513040947594</c:v>
                </c:pt>
                <c:pt idx="2">
                  <c:v>382.788516416544</c:v>
                </c:pt>
                <c:pt idx="3">
                  <c:v>445.870416839584</c:v>
                </c:pt>
                <c:pt idx="4">
                  <c:v>470.96753761678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{516.339172491866,438.932100335892,478.420053210559,524.299203499275,494.40837560806}</c:f>
              <c:numCache>
                <c:formatCode>General</c:formatCode>
                <c:ptCount val="5"/>
                <c:pt idx="0">
                  <c:v>516.339172491866</c:v>
                </c:pt>
                <c:pt idx="1">
                  <c:v>438.932100335892</c:v>
                </c:pt>
                <c:pt idx="2">
                  <c:v>478.420053210559</c:v>
                </c:pt>
                <c:pt idx="3">
                  <c:v>524.299203499275</c:v>
                </c:pt>
                <c:pt idx="4">
                  <c:v>494.40837560806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{489.844472271848,446.475752183608,439.068339306998,455.984400180237,463.820039296196}</c:f>
              <c:numCache>
                <c:formatCode>General</c:formatCode>
                <c:ptCount val="5"/>
                <c:pt idx="0">
                  <c:v>489.844472271848</c:v>
                </c:pt>
                <c:pt idx="1">
                  <c:v>446.475752183608</c:v>
                </c:pt>
                <c:pt idx="2">
                  <c:v>439.068339306998</c:v>
                </c:pt>
                <c:pt idx="3">
                  <c:v>455.984400180237</c:v>
                </c:pt>
                <c:pt idx="4">
                  <c:v>463.820039296196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{458.760782751339,458.731827598871,444.253354435132,455.639511982801,455.780075954394}</c:f>
              <c:numCache>
                <c:formatCode>General</c:formatCode>
                <c:ptCount val="5"/>
                <c:pt idx="0">
                  <c:v>458.760782751339</c:v>
                </c:pt>
                <c:pt idx="1">
                  <c:v>458.731827598871</c:v>
                </c:pt>
                <c:pt idx="2">
                  <c:v>444.253354435132</c:v>
                </c:pt>
                <c:pt idx="3">
                  <c:v>455.639511982801</c:v>
                </c:pt>
                <c:pt idx="4">
                  <c:v>455.780075954394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{483.115680746958,460.281730075086,445.019646614848,348.586411656165,490.685320210045}</c:f>
              <c:numCache>
                <c:formatCode>General</c:formatCode>
                <c:ptCount val="5"/>
                <c:pt idx="0">
                  <c:v>483.115680746958</c:v>
                </c:pt>
                <c:pt idx="1">
                  <c:v>460.281730075086</c:v>
                </c:pt>
                <c:pt idx="2">
                  <c:v>445.019646614848</c:v>
                </c:pt>
                <c:pt idx="3">
                  <c:v>348.586411656165</c:v>
                </c:pt>
                <c:pt idx="4">
                  <c:v>490.685320210045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6629bd2-9c1a-4562-b732-2225f18721c8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{506.743272110208,494.409698497983,469.652859051472,387.065100076128,465.562783558906}</c:f>
              <c:numCache>
                <c:formatCode>General</c:formatCode>
                <c:ptCount val="5"/>
                <c:pt idx="0">
                  <c:v>506.743272110208</c:v>
                </c:pt>
                <c:pt idx="1">
                  <c:v>494.409698497983</c:v>
                </c:pt>
                <c:pt idx="2">
                  <c:v>469.652859051472</c:v>
                </c:pt>
                <c:pt idx="3">
                  <c:v>387.065100076128</c:v>
                </c:pt>
                <c:pt idx="4">
                  <c:v>465.562783558906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{419.233673467234,401.615190838926,350.372860576178,335.610949005073,393.722216107024}</c:f>
              <c:numCache>
                <c:formatCode>General</c:formatCode>
                <c:ptCount val="5"/>
                <c:pt idx="0">
                  <c:v>419.233673467234</c:v>
                </c:pt>
                <c:pt idx="1">
                  <c:v>401.615190838926</c:v>
                </c:pt>
                <c:pt idx="2">
                  <c:v>350.372860576178</c:v>
                </c:pt>
                <c:pt idx="3">
                  <c:v>335.610949005073</c:v>
                </c:pt>
                <c:pt idx="4">
                  <c:v>393.722216107024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{443.313413059797,379.880612828957,351.859529048546,383.691476705726,349.676359773326}</c:f>
              <c:numCache>
                <c:formatCode>General</c:formatCode>
                <c:ptCount val="5"/>
                <c:pt idx="0">
                  <c:v>443.313413059797</c:v>
                </c:pt>
                <c:pt idx="1">
                  <c:v>379.880612828957</c:v>
                </c:pt>
                <c:pt idx="2">
                  <c:v>351.859529048546</c:v>
                </c:pt>
                <c:pt idx="3">
                  <c:v>383.691476705726</c:v>
                </c:pt>
                <c:pt idx="4">
                  <c:v>349.676359773326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{535.817453799611,525.284039216847,527.703461398861,493.021028192466,523.818946113837}</c:f>
              <c:numCache>
                <c:formatCode>General</c:formatCode>
                <c:ptCount val="5"/>
                <c:pt idx="0">
                  <c:v>535.817453799611</c:v>
                </c:pt>
                <c:pt idx="1">
                  <c:v>525.284039216847</c:v>
                </c:pt>
                <c:pt idx="2">
                  <c:v>527.703461398861</c:v>
                </c:pt>
                <c:pt idx="3">
                  <c:v>493.021028192466</c:v>
                </c:pt>
                <c:pt idx="4">
                  <c:v>523.818946113837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{465.869846227407,477.513040947594,382.788516416544,445.870416839584,470.96753761678}</c:f>
              <c:numCache>
                <c:formatCode>General</c:formatCode>
                <c:ptCount val="5"/>
                <c:pt idx="0">
                  <c:v>465.869846227407</c:v>
                </c:pt>
                <c:pt idx="1">
                  <c:v>477.513040947594</c:v>
                </c:pt>
                <c:pt idx="2">
                  <c:v>382.788516416544</c:v>
                </c:pt>
                <c:pt idx="3">
                  <c:v>445.870416839584</c:v>
                </c:pt>
                <c:pt idx="4">
                  <c:v>470.96753761678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{516.339172491866,438.932100335892,478.420053210559,524.299203499275,494.40837560806}</c:f>
              <c:numCache>
                <c:formatCode>General</c:formatCode>
                <c:ptCount val="5"/>
                <c:pt idx="0">
                  <c:v>516.339172491866</c:v>
                </c:pt>
                <c:pt idx="1">
                  <c:v>438.932100335892</c:v>
                </c:pt>
                <c:pt idx="2">
                  <c:v>478.420053210559</c:v>
                </c:pt>
                <c:pt idx="3">
                  <c:v>524.299203499275</c:v>
                </c:pt>
                <c:pt idx="4">
                  <c:v>494.40837560806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{489.844472271848,446.475752183608,439.068339306998,455.984400180237,463.820039296196}</c:f>
              <c:numCache>
                <c:formatCode>General</c:formatCode>
                <c:ptCount val="5"/>
                <c:pt idx="0">
                  <c:v>489.844472271848</c:v>
                </c:pt>
                <c:pt idx="1">
                  <c:v>446.475752183608</c:v>
                </c:pt>
                <c:pt idx="2">
                  <c:v>439.068339306998</c:v>
                </c:pt>
                <c:pt idx="3">
                  <c:v>455.984400180237</c:v>
                </c:pt>
                <c:pt idx="4">
                  <c:v>463.820039296196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{458.760782751339,458.731827598871,444.253354435132,455.639511982801,455.780075954394}</c:f>
              <c:numCache>
                <c:formatCode>General</c:formatCode>
                <c:ptCount val="5"/>
                <c:pt idx="0">
                  <c:v>458.760782751339</c:v>
                </c:pt>
                <c:pt idx="1">
                  <c:v>458.731827598871</c:v>
                </c:pt>
                <c:pt idx="2">
                  <c:v>444.253354435132</c:v>
                </c:pt>
                <c:pt idx="3">
                  <c:v>455.639511982801</c:v>
                </c:pt>
                <c:pt idx="4">
                  <c:v>455.780075954394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{483.115680746958,460.281730075086,445.019646614848,348.586411656165,490.685320210045}</c:f>
              <c:numCache>
                <c:formatCode>General</c:formatCode>
                <c:ptCount val="5"/>
                <c:pt idx="0">
                  <c:v>483.115680746958</c:v>
                </c:pt>
                <c:pt idx="1">
                  <c:v>460.281730075086</c:v>
                </c:pt>
                <c:pt idx="2">
                  <c:v>445.019646614848</c:v>
                </c:pt>
                <c:pt idx="3">
                  <c:v>348.586411656165</c:v>
                </c:pt>
                <c:pt idx="4">
                  <c:v>490.685320210045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0b52514-dc8f-4260-8263-bab2ec97e120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{27221.7539887292,27327.5134289473,27337.0584958934,27445.0850052449,27539.2465137481}</c:f>
              <c:numCache>
                <c:formatCode>General</c:formatCode>
                <c:ptCount val="5"/>
                <c:pt idx="0">
                  <c:v>27221.7539887292</c:v>
                </c:pt>
                <c:pt idx="1">
                  <c:v>27327.5134289473</c:v>
                </c:pt>
                <c:pt idx="2">
                  <c:v>27337.0584958934</c:v>
                </c:pt>
                <c:pt idx="3">
                  <c:v>27445.0850052449</c:v>
                </c:pt>
                <c:pt idx="4">
                  <c:v>27539.2465137481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{27210.0931441347,28691.7847417054,31310.1124519592,32829.9912952131,30292.8641733729}</c:f>
              <c:numCache>
                <c:formatCode>General</c:formatCode>
                <c:ptCount val="5"/>
                <c:pt idx="0">
                  <c:v>27210.0931441347</c:v>
                </c:pt>
                <c:pt idx="1">
                  <c:v>28691.7847417054</c:v>
                </c:pt>
                <c:pt idx="2">
                  <c:v>31310.1124519592</c:v>
                </c:pt>
                <c:pt idx="3">
                  <c:v>32829.9912952131</c:v>
                </c:pt>
                <c:pt idx="4">
                  <c:v>30292.8641733729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{27224.7867903228,29136.2198170305,31241.4009598436,30114.7815262525,32515.7670466335}</c:f>
              <c:numCache>
                <c:formatCode>General</c:formatCode>
                <c:ptCount val="5"/>
                <c:pt idx="0">
                  <c:v>27224.7867903228</c:v>
                </c:pt>
                <c:pt idx="1">
                  <c:v>29136.2198170305</c:v>
                </c:pt>
                <c:pt idx="2">
                  <c:v>31241.4009598436</c:v>
                </c:pt>
                <c:pt idx="3">
                  <c:v>30114.7815262525</c:v>
                </c:pt>
                <c:pt idx="4">
                  <c:v>32515.7670466335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{27043.4006853062,27048.7183594861,27056.4298681743,27038.9926654444,27085.5792478872}</c:f>
              <c:numCache>
                <c:formatCode>General</c:formatCode>
                <c:ptCount val="5"/>
                <c:pt idx="0">
                  <c:v>27043.4006853062</c:v>
                </c:pt>
                <c:pt idx="1">
                  <c:v>27048.7183594861</c:v>
                </c:pt>
                <c:pt idx="2">
                  <c:v>27056.4298681743</c:v>
                </c:pt>
                <c:pt idx="3">
                  <c:v>27038.9926654444</c:v>
                </c:pt>
                <c:pt idx="4">
                  <c:v>27085.5792478872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{27205.6917801554,27333.9262374361,27314.0737785763,27350.6594357671,27856.1592643286}</c:f>
              <c:numCache>
                <c:formatCode>General</c:formatCode>
                <c:ptCount val="5"/>
                <c:pt idx="0">
                  <c:v>27205.6917801554</c:v>
                </c:pt>
                <c:pt idx="1">
                  <c:v>27333.9262374361</c:v>
                </c:pt>
                <c:pt idx="2">
                  <c:v>27314.0737785763</c:v>
                </c:pt>
                <c:pt idx="3">
                  <c:v>27350.6594357671</c:v>
                </c:pt>
                <c:pt idx="4">
                  <c:v>27856.1592643286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{27040.4819881098,27041.9155442133,27039.3437876263,27065.4943925504,27079.254514857}</c:f>
              <c:numCache>
                <c:formatCode>General</c:formatCode>
                <c:ptCount val="5"/>
                <c:pt idx="0">
                  <c:v>27040.4819881098</c:v>
                </c:pt>
                <c:pt idx="1">
                  <c:v>27041.9155442133</c:v>
                </c:pt>
                <c:pt idx="2">
                  <c:v>27039.3437876263</c:v>
                </c:pt>
                <c:pt idx="3">
                  <c:v>27065.4943925504</c:v>
                </c:pt>
                <c:pt idx="4">
                  <c:v>27079.254514857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{27213.7941761848,27303.4112955433,27299.4963728955,27482.7445712247,27864.0214828763}</c:f>
              <c:numCache>
                <c:formatCode>General</c:formatCode>
                <c:ptCount val="5"/>
                <c:pt idx="0">
                  <c:v>27213.7941761848</c:v>
                </c:pt>
                <c:pt idx="1">
                  <c:v>27303.4112955433</c:v>
                </c:pt>
                <c:pt idx="2">
                  <c:v>27299.4963728955</c:v>
                </c:pt>
                <c:pt idx="3">
                  <c:v>27482.7445712247</c:v>
                </c:pt>
                <c:pt idx="4">
                  <c:v>27864.0214828763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{27231.9385746347,27282.9451308376,27342.825430804,27494.5053737333,27538.5276333678}</c:f>
              <c:numCache>
                <c:formatCode>General</c:formatCode>
                <c:ptCount val="5"/>
                <c:pt idx="0">
                  <c:v>27231.9385746347</c:v>
                </c:pt>
                <c:pt idx="1">
                  <c:v>27282.9451308376</c:v>
                </c:pt>
                <c:pt idx="2">
                  <c:v>27342.825430804</c:v>
                </c:pt>
                <c:pt idx="3">
                  <c:v>27494.5053737333</c:v>
                </c:pt>
                <c:pt idx="4">
                  <c:v>27538.5276333678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{27219.9921712306,27321.2329620774,27329.9367657684,27366.274281363,27779.4817183706}</c:f>
              <c:numCache>
                <c:formatCode>General</c:formatCode>
                <c:ptCount val="5"/>
                <c:pt idx="0">
                  <c:v>27219.9921712306</c:v>
                </c:pt>
                <c:pt idx="1">
                  <c:v>27321.2329620774</c:v>
                </c:pt>
                <c:pt idx="2">
                  <c:v>27329.9367657684</c:v>
                </c:pt>
                <c:pt idx="3">
                  <c:v>27366.274281363</c:v>
                </c:pt>
                <c:pt idx="4">
                  <c:v>27779.4817183706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08589a1-811e-494f-b1e7-83a001193145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{88.4190649570276,131.671539018862,188.779985366079,291.578414061889}</c:f>
              <c:numCache>
                <c:formatCode>General</c:formatCode>
                <c:ptCount val="4"/>
                <c:pt idx="0">
                  <c:v>88.4190649570276</c:v>
                </c:pt>
                <c:pt idx="1">
                  <c:v>131.671539018862</c:v>
                </c:pt>
                <c:pt idx="2">
                  <c:v>188.779985366079</c:v>
                </c:pt>
                <c:pt idx="3">
                  <c:v>291.578414061889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{81.3872075329224,240.498787195732,378.751631410172,541.618367796458}</c:f>
              <c:numCache>
                <c:formatCode>General</c:formatCode>
                <c:ptCount val="4"/>
                <c:pt idx="0">
                  <c:v>81.3872075329224</c:v>
                </c:pt>
                <c:pt idx="1">
                  <c:v>240.498787195732</c:v>
                </c:pt>
                <c:pt idx="2">
                  <c:v>378.751631410172</c:v>
                </c:pt>
                <c:pt idx="3">
                  <c:v>541.618367796458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{97.0390354438374,237.606452646044,363.257299580921,526.184978589426}</c:f>
              <c:numCache>
                <c:formatCode>General</c:formatCode>
                <c:ptCount val="4"/>
                <c:pt idx="0">
                  <c:v>97.0390354438374</c:v>
                </c:pt>
                <c:pt idx="1">
                  <c:v>237.606452646044</c:v>
                </c:pt>
                <c:pt idx="2">
                  <c:v>363.257299580921</c:v>
                </c:pt>
                <c:pt idx="3">
                  <c:v>526.184978589426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{66.8561883891622,159.0316175716,218.369315614303,307.692438666399}</c:f>
              <c:numCache>
                <c:formatCode>General</c:formatCode>
                <c:ptCount val="4"/>
                <c:pt idx="0">
                  <c:v>66.8561883891622</c:v>
                </c:pt>
                <c:pt idx="1">
                  <c:v>159.0316175716</c:v>
                </c:pt>
                <c:pt idx="2">
                  <c:v>218.369315614303</c:v>
                </c:pt>
                <c:pt idx="3">
                  <c:v>307.692438666399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{71.6038341633976,193.253170000389,296.231722875188,471.121616791004}</c:f>
              <c:numCache>
                <c:formatCode>General</c:formatCode>
                <c:ptCount val="4"/>
                <c:pt idx="0">
                  <c:v>71.6038341633976</c:v>
                </c:pt>
                <c:pt idx="1">
                  <c:v>193.253170000389</c:v>
                </c:pt>
                <c:pt idx="2">
                  <c:v>296.231722875188</c:v>
                </c:pt>
                <c:pt idx="3">
                  <c:v>471.121616791004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{76.5863638371229,141.061304369941,191.094006868079,265.237683750692}</c:f>
              <c:numCache>
                <c:formatCode>General</c:formatCode>
                <c:ptCount val="4"/>
                <c:pt idx="0">
                  <c:v>76.5863638371229</c:v>
                </c:pt>
                <c:pt idx="1">
                  <c:v>141.061304369941</c:v>
                </c:pt>
                <c:pt idx="2">
                  <c:v>191.094006868079</c:v>
                </c:pt>
                <c:pt idx="3">
                  <c:v>265.237683750692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{71.8514495529234,188.829179216797,293.382164494445,431.929535489689}</c:f>
              <c:numCache>
                <c:formatCode>General</c:formatCode>
                <c:ptCount val="4"/>
                <c:pt idx="0">
                  <c:v>71.8514495529234</c:v>
                </c:pt>
                <c:pt idx="1">
                  <c:v>188.829179216797</c:v>
                </c:pt>
                <c:pt idx="2">
                  <c:v>293.382164494445</c:v>
                </c:pt>
                <c:pt idx="3">
                  <c:v>431.929535489689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{82.7352082512031,153.145461979633,215.831317870567,308.923145435132}</c:f>
              <c:numCache>
                <c:formatCode>General</c:formatCode>
                <c:ptCount val="4"/>
                <c:pt idx="0">
                  <c:v>82.7352082512031</c:v>
                </c:pt>
                <c:pt idx="1">
                  <c:v>153.145461979633</c:v>
                </c:pt>
                <c:pt idx="2">
                  <c:v>215.831317870567</c:v>
                </c:pt>
                <c:pt idx="3">
                  <c:v>308.923145435132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{70.9312448743731,172.108510602266,260.640849275514,417.603372361514}</c:f>
              <c:numCache>
                <c:formatCode>General</c:formatCode>
                <c:ptCount val="4"/>
                <c:pt idx="0">
                  <c:v>70.9312448743731</c:v>
                </c:pt>
                <c:pt idx="1">
                  <c:v>172.108510602266</c:v>
                </c:pt>
                <c:pt idx="2">
                  <c:v>260.640849275514</c:v>
                </c:pt>
                <c:pt idx="3">
                  <c:v>417.603372361514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616688d-0aeb-4bd5-85bf-aa5ca2d15310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{138.937713417198,236.663240838959,295.833756488999,295.064862271639,276.226056953391}</c:f>
              <c:numCache>
                <c:formatCode>General</c:formatCode>
                <c:ptCount val="5"/>
                <c:pt idx="0">
                  <c:v>138.937713417198</c:v>
                </c:pt>
                <c:pt idx="1">
                  <c:v>236.663240838959</c:v>
                </c:pt>
                <c:pt idx="2">
                  <c:v>295.833756488999</c:v>
                </c:pt>
                <c:pt idx="3">
                  <c:v>295.064862271639</c:v>
                </c:pt>
                <c:pt idx="4">
                  <c:v>276.226056953391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{135.570441822993,219.524231881336,262.462724205769,269.358723223351,261.846462282063}</c:f>
              <c:numCache>
                <c:formatCode>General</c:formatCode>
                <c:ptCount val="5"/>
                <c:pt idx="0">
                  <c:v>135.570441822993</c:v>
                </c:pt>
                <c:pt idx="1">
                  <c:v>219.524231881336</c:v>
                </c:pt>
                <c:pt idx="2">
                  <c:v>262.462724205769</c:v>
                </c:pt>
                <c:pt idx="3">
                  <c:v>269.358723223351</c:v>
                </c:pt>
                <c:pt idx="4">
                  <c:v>261.846462282063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{136.743002621003,227.172356659673,271.555464028794,270.693800941825,246.700218041179}</c:f>
              <c:numCache>
                <c:formatCode>General</c:formatCode>
                <c:ptCount val="5"/>
                <c:pt idx="0">
                  <c:v>136.743002621003</c:v>
                </c:pt>
                <c:pt idx="1">
                  <c:v>227.172356659673</c:v>
                </c:pt>
                <c:pt idx="2">
                  <c:v>271.555464028794</c:v>
                </c:pt>
                <c:pt idx="3">
                  <c:v>270.693800941825</c:v>
                </c:pt>
                <c:pt idx="4">
                  <c:v>246.700218041179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{156.450490314997,288.25635246386,385.173442058797,431.82696764118,429.630550197019}</c:f>
              <c:numCache>
                <c:formatCode>General</c:formatCode>
                <c:ptCount val="5"/>
                <c:pt idx="0">
                  <c:v>156.450490314997</c:v>
                </c:pt>
                <c:pt idx="1">
                  <c:v>288.25635246386</c:v>
                </c:pt>
                <c:pt idx="2">
                  <c:v>385.173442058797</c:v>
                </c:pt>
                <c:pt idx="3">
                  <c:v>431.82696764118</c:v>
                </c:pt>
                <c:pt idx="4">
                  <c:v>429.630550197019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{137.104102393139,232.35899840278,289.175116361537,296.978437290755,284.079096978144}</c:f>
              <c:numCache>
                <c:formatCode>General</c:formatCode>
                <c:ptCount val="5"/>
                <c:pt idx="0">
                  <c:v>137.104102393139</c:v>
                </c:pt>
                <c:pt idx="1">
                  <c:v>232.35899840278</c:v>
                </c:pt>
                <c:pt idx="2">
                  <c:v>289.175116361537</c:v>
                </c:pt>
                <c:pt idx="3">
                  <c:v>296.978437290755</c:v>
                </c:pt>
                <c:pt idx="4">
                  <c:v>284.079096978144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{155.608183450732,294.023697767107,393.423893881052,432.005787783381,441.832047334865}</c:f>
              <c:numCache>
                <c:formatCode>General</c:formatCode>
                <c:ptCount val="5"/>
                <c:pt idx="0">
                  <c:v>155.608183450732</c:v>
                </c:pt>
                <c:pt idx="1">
                  <c:v>294.023697767107</c:v>
                </c:pt>
                <c:pt idx="2">
                  <c:v>393.423893881052</c:v>
                </c:pt>
                <c:pt idx="3">
                  <c:v>432.005787783381</c:v>
                </c:pt>
                <c:pt idx="4">
                  <c:v>441.832047334865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{139.165251061647,230.240451489988,274.755116974141,291.886431605812,260.186211230838}</c:f>
              <c:numCache>
                <c:formatCode>General</c:formatCode>
                <c:ptCount val="5"/>
                <c:pt idx="0">
                  <c:v>139.165251061647</c:v>
                </c:pt>
                <c:pt idx="1">
                  <c:v>230.240451489988</c:v>
                </c:pt>
                <c:pt idx="2">
                  <c:v>274.755116974141</c:v>
                </c:pt>
                <c:pt idx="3">
                  <c:v>291.886431605812</c:v>
                </c:pt>
                <c:pt idx="4">
                  <c:v>260.186211230838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{138.386354833625,230.306459829234,287.392430772062,291.104258033573,281.190803298888}</c:f>
              <c:numCache>
                <c:formatCode>General</c:formatCode>
                <c:ptCount val="5"/>
                <c:pt idx="0">
                  <c:v>138.386354833625</c:v>
                </c:pt>
                <c:pt idx="1">
                  <c:v>230.306459829234</c:v>
                </c:pt>
                <c:pt idx="2">
                  <c:v>287.392430772062</c:v>
                </c:pt>
                <c:pt idx="3">
                  <c:v>291.104258033573</c:v>
                </c:pt>
                <c:pt idx="4">
                  <c:v>281.190803298888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{159.699327507723,308.011592710345,429.993094139445,514.854811928368,550.146755451497}</c:f>
              <c:numCache>
                <c:formatCode>General</c:formatCode>
                <c:ptCount val="5"/>
                <c:pt idx="0">
                  <c:v>159.699327507723</c:v>
                </c:pt>
                <c:pt idx="1">
                  <c:v>308.011592710345</c:v>
                </c:pt>
                <c:pt idx="2">
                  <c:v>429.993094139445</c:v>
                </c:pt>
                <c:pt idx="3">
                  <c:v>514.854811928368</c:v>
                </c:pt>
                <c:pt idx="4">
                  <c:v>550.146755451497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0047866-aaee-4d61-958d-d7a6f73c4eb5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{138.937713417198,236.663240838959,295.833756488999,295.064862271639,276.226056953391}</c:f>
              <c:numCache>
                <c:formatCode>General</c:formatCode>
                <c:ptCount val="5"/>
                <c:pt idx="0">
                  <c:v>138.937713417198</c:v>
                </c:pt>
                <c:pt idx="1">
                  <c:v>236.663240838959</c:v>
                </c:pt>
                <c:pt idx="2">
                  <c:v>295.833756488999</c:v>
                </c:pt>
                <c:pt idx="3">
                  <c:v>295.064862271639</c:v>
                </c:pt>
                <c:pt idx="4">
                  <c:v>276.226056953391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{135.570441822993,219.524231881336,262.462724205769,269.358723223351,261.846462282063}</c:f>
              <c:numCache>
                <c:formatCode>General</c:formatCode>
                <c:ptCount val="5"/>
                <c:pt idx="0">
                  <c:v>135.570441822993</c:v>
                </c:pt>
                <c:pt idx="1">
                  <c:v>219.524231881336</c:v>
                </c:pt>
                <c:pt idx="2">
                  <c:v>262.462724205769</c:v>
                </c:pt>
                <c:pt idx="3">
                  <c:v>269.358723223351</c:v>
                </c:pt>
                <c:pt idx="4">
                  <c:v>261.846462282063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{136.743002621003,227.172356659673,271.555464028794,270.693800941825,246.700218041179}</c:f>
              <c:numCache>
                <c:formatCode>General</c:formatCode>
                <c:ptCount val="5"/>
                <c:pt idx="0">
                  <c:v>136.743002621003</c:v>
                </c:pt>
                <c:pt idx="1">
                  <c:v>227.172356659673</c:v>
                </c:pt>
                <c:pt idx="2">
                  <c:v>271.555464028794</c:v>
                </c:pt>
                <c:pt idx="3">
                  <c:v>270.693800941825</c:v>
                </c:pt>
                <c:pt idx="4">
                  <c:v>246.700218041179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{156.450490314997,288.25635246386,385.173442058797,431.82696764118,429.630550197019}</c:f>
              <c:numCache>
                <c:formatCode>General</c:formatCode>
                <c:ptCount val="5"/>
                <c:pt idx="0">
                  <c:v>156.450490314997</c:v>
                </c:pt>
                <c:pt idx="1">
                  <c:v>288.25635246386</c:v>
                </c:pt>
                <c:pt idx="2">
                  <c:v>385.173442058797</c:v>
                </c:pt>
                <c:pt idx="3">
                  <c:v>431.82696764118</c:v>
                </c:pt>
                <c:pt idx="4">
                  <c:v>429.630550197019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{137.104102393139,232.35899840278,289.175116361537,296.978437290755,284.079096978144}</c:f>
              <c:numCache>
                <c:formatCode>General</c:formatCode>
                <c:ptCount val="5"/>
                <c:pt idx="0">
                  <c:v>137.104102393139</c:v>
                </c:pt>
                <c:pt idx="1">
                  <c:v>232.35899840278</c:v>
                </c:pt>
                <c:pt idx="2">
                  <c:v>289.175116361537</c:v>
                </c:pt>
                <c:pt idx="3">
                  <c:v>296.978437290755</c:v>
                </c:pt>
                <c:pt idx="4">
                  <c:v>284.079096978144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{155.608183450732,294.023697767107,393.423893881052,432.005787783381,441.832047334865}</c:f>
              <c:numCache>
                <c:formatCode>General</c:formatCode>
                <c:ptCount val="5"/>
                <c:pt idx="0">
                  <c:v>155.608183450732</c:v>
                </c:pt>
                <c:pt idx="1">
                  <c:v>294.023697767107</c:v>
                </c:pt>
                <c:pt idx="2">
                  <c:v>393.423893881052</c:v>
                </c:pt>
                <c:pt idx="3">
                  <c:v>432.005787783381</c:v>
                </c:pt>
                <c:pt idx="4">
                  <c:v>441.832047334865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{139.165251061647,230.240451489988,274.755116974141,291.886431605812,260.186211230838}</c:f>
              <c:numCache>
                <c:formatCode>General</c:formatCode>
                <c:ptCount val="5"/>
                <c:pt idx="0">
                  <c:v>139.165251061647</c:v>
                </c:pt>
                <c:pt idx="1">
                  <c:v>230.240451489988</c:v>
                </c:pt>
                <c:pt idx="2">
                  <c:v>274.755116974141</c:v>
                </c:pt>
                <c:pt idx="3">
                  <c:v>291.886431605812</c:v>
                </c:pt>
                <c:pt idx="4">
                  <c:v>260.186211230838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{138.386354833625,230.306459829234,287.392430772062,291.104258033573,281.190803298888}</c:f>
              <c:numCache>
                <c:formatCode>General</c:formatCode>
                <c:ptCount val="5"/>
                <c:pt idx="0">
                  <c:v>138.386354833625</c:v>
                </c:pt>
                <c:pt idx="1">
                  <c:v>230.306459829234</c:v>
                </c:pt>
                <c:pt idx="2">
                  <c:v>287.392430772062</c:v>
                </c:pt>
                <c:pt idx="3">
                  <c:v>291.104258033573</c:v>
                </c:pt>
                <c:pt idx="4">
                  <c:v>281.190803298888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{159.699327507723,308.011592710345,429.993094139445,514.854811928368,550.146755451497}</c:f>
              <c:numCache>
                <c:formatCode>General</c:formatCode>
                <c:ptCount val="5"/>
                <c:pt idx="0">
                  <c:v>159.699327507723</c:v>
                </c:pt>
                <c:pt idx="1">
                  <c:v>308.011592710345</c:v>
                </c:pt>
                <c:pt idx="2">
                  <c:v>429.993094139445</c:v>
                </c:pt>
                <c:pt idx="3">
                  <c:v>514.854811928368</c:v>
                </c:pt>
                <c:pt idx="4">
                  <c:v>550.146755451497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98c5832-c3d2-49bc-9ff3-c7e2f203c926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{30546.7365626226,34287.9349325861,37455.6507694706,40464.3864801665,43801.3674932048}</c:f>
              <c:numCache>
                <c:formatCode>General</c:formatCode>
                <c:ptCount val="5"/>
                <c:pt idx="0">
                  <c:v>30546.7365626226</c:v>
                </c:pt>
                <c:pt idx="1">
                  <c:v>34287.9349325861</c:v>
                </c:pt>
                <c:pt idx="2">
                  <c:v>37455.6507694706</c:v>
                </c:pt>
                <c:pt idx="3">
                  <c:v>40464.3864801665</c:v>
                </c:pt>
                <c:pt idx="4">
                  <c:v>43801.3674932048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{30463.0498145815,34536.2811238603,37746.2389912512,41243.6520513463,43503.8800989069}</c:f>
              <c:numCache>
                <c:formatCode>General</c:formatCode>
                <c:ptCount val="5"/>
                <c:pt idx="0">
                  <c:v>30463.0498145815</c:v>
                </c:pt>
                <c:pt idx="1">
                  <c:v>34536.2811238603</c:v>
                </c:pt>
                <c:pt idx="2">
                  <c:v>37746.2389912512</c:v>
                </c:pt>
                <c:pt idx="3">
                  <c:v>41243.6520513463</c:v>
                </c:pt>
                <c:pt idx="4">
                  <c:v>43503.8800989069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{30641.877468086,34470.8562468928,37925.7320509982,41210.0959480523,45508.2182940439}</c:f>
              <c:numCache>
                <c:formatCode>General</c:formatCode>
                <c:ptCount val="5"/>
                <c:pt idx="0">
                  <c:v>30641.877468086</c:v>
                </c:pt>
                <c:pt idx="1">
                  <c:v>34470.8562468928</c:v>
                </c:pt>
                <c:pt idx="2">
                  <c:v>37925.7320509982</c:v>
                </c:pt>
                <c:pt idx="3">
                  <c:v>41210.0959480523</c:v>
                </c:pt>
                <c:pt idx="4">
                  <c:v>45508.2182940439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{27493.3868097666,27895.007662389,28402.8322313594,28805.396572516,29401.4502343732}</c:f>
              <c:numCache>
                <c:formatCode>General</c:formatCode>
                <c:ptCount val="5"/>
                <c:pt idx="0">
                  <c:v>27493.3868097666</c:v>
                </c:pt>
                <c:pt idx="1">
                  <c:v>27895.007662389</c:v>
                </c:pt>
                <c:pt idx="2">
                  <c:v>28402.8322313594</c:v>
                </c:pt>
                <c:pt idx="3">
                  <c:v>28805.396572516</c:v>
                </c:pt>
                <c:pt idx="4">
                  <c:v>29401.4502343732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{30489.758598235,34428.7477689106,37647.6632704955,41061.6456633485,43108.3930032345}</c:f>
              <c:numCache>
                <c:formatCode>General</c:formatCode>
                <c:ptCount val="5"/>
                <c:pt idx="0">
                  <c:v>30489.758598235</c:v>
                </c:pt>
                <c:pt idx="1">
                  <c:v>34428.7477689106</c:v>
                </c:pt>
                <c:pt idx="2">
                  <c:v>37647.6632704955</c:v>
                </c:pt>
                <c:pt idx="3">
                  <c:v>41061.6456633485</c:v>
                </c:pt>
                <c:pt idx="4">
                  <c:v>43108.3930032345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{27478.5685810898,27886.845178347,28470.4051781516,28849.6777167987,29328.9152612012}</c:f>
              <c:numCache>
                <c:formatCode>General</c:formatCode>
                <c:ptCount val="5"/>
                <c:pt idx="0">
                  <c:v>27478.5685810898</c:v>
                </c:pt>
                <c:pt idx="1">
                  <c:v>27886.845178347</c:v>
                </c:pt>
                <c:pt idx="2">
                  <c:v>28470.4051781516</c:v>
                </c:pt>
                <c:pt idx="3">
                  <c:v>28849.6777167987</c:v>
                </c:pt>
                <c:pt idx="4">
                  <c:v>29328.9152612012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{30399.6206942933,34252.022199132,37453.7862291682,40765.7752002823,43465.8183628281}</c:f>
              <c:numCache>
                <c:formatCode>General</c:formatCode>
                <c:ptCount val="5"/>
                <c:pt idx="0">
                  <c:v>30399.6206942933</c:v>
                </c:pt>
                <c:pt idx="1">
                  <c:v>34252.022199132</c:v>
                </c:pt>
                <c:pt idx="2">
                  <c:v>37453.7862291682</c:v>
                </c:pt>
                <c:pt idx="3">
                  <c:v>40765.7752002823</c:v>
                </c:pt>
                <c:pt idx="4">
                  <c:v>43465.8183628281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{30487.3150287556,34428.3990453281,37342.9638936029,40948.1418603241,43724.1697724697}</c:f>
              <c:numCache>
                <c:formatCode>General</c:formatCode>
                <c:ptCount val="5"/>
                <c:pt idx="0">
                  <c:v>30487.3150287556</c:v>
                </c:pt>
                <c:pt idx="1">
                  <c:v>34428.3990453281</c:v>
                </c:pt>
                <c:pt idx="2">
                  <c:v>37342.9638936029</c:v>
                </c:pt>
                <c:pt idx="3">
                  <c:v>40948.1418603241</c:v>
                </c:pt>
                <c:pt idx="4">
                  <c:v>43724.1697724697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{27030,27030,27030,27030,27030}</c:f>
              <c:numCache>
                <c:formatCode>General</c:formatCode>
                <c:ptCount val="5"/>
                <c:pt idx="0">
                  <c:v>27030</c:v>
                </c:pt>
                <c:pt idx="1">
                  <c:v>27030</c:v>
                </c:pt>
                <c:pt idx="2">
                  <c:v>27030</c:v>
                </c:pt>
                <c:pt idx="3">
                  <c:v>27030</c:v>
                </c:pt>
                <c:pt idx="4">
                  <c:v>27030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4dbeef0-2984-4348-bb8c-c77ce4c62c7a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{88.2043891275923,354.423627311674,809.507748239363,1095.06588840796}</c:f>
              <c:numCache>
                <c:formatCode>General</c:formatCode>
                <c:ptCount val="4"/>
                <c:pt idx="0">
                  <c:v>88.2043891275923</c:v>
                </c:pt>
                <c:pt idx="1">
                  <c:v>354.423627311674</c:v>
                </c:pt>
                <c:pt idx="2">
                  <c:v>809.507748239363</c:v>
                </c:pt>
                <c:pt idx="3">
                  <c:v>1095.06588840796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{100.132653644929,377.083208458498,554.545123057129,684.504388295582}</c:f>
              <c:numCache>
                <c:formatCode>General</c:formatCode>
                <c:ptCount val="4"/>
                <c:pt idx="0">
                  <c:v>100.132653644929</c:v>
                </c:pt>
                <c:pt idx="1">
                  <c:v>377.083208458498</c:v>
                </c:pt>
                <c:pt idx="2">
                  <c:v>554.545123057129</c:v>
                </c:pt>
                <c:pt idx="3">
                  <c:v>684.504388295582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{103.265412074203,380.485497089103,544.259713433372,691.03747961158}</c:f>
              <c:numCache>
                <c:formatCode>General</c:formatCode>
                <c:ptCount val="4"/>
                <c:pt idx="0">
                  <c:v>103.265412074203</c:v>
                </c:pt>
                <c:pt idx="1">
                  <c:v>380.485497089103</c:v>
                </c:pt>
                <c:pt idx="2">
                  <c:v>544.259713433372</c:v>
                </c:pt>
                <c:pt idx="3">
                  <c:v>691.03747961158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{76.2828207419564,161.471411042536,467.675652659185,908.364113754611}</c:f>
              <c:numCache>
                <c:formatCode>General</c:formatCode>
                <c:ptCount val="4"/>
                <c:pt idx="0">
                  <c:v>76.2828207419564</c:v>
                </c:pt>
                <c:pt idx="1">
                  <c:v>161.471411042536</c:v>
                </c:pt>
                <c:pt idx="2">
                  <c:v>467.675652659185</c:v>
                </c:pt>
                <c:pt idx="3">
                  <c:v>908.364113754611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{95.0785068174203,336.817468671749,501.082097215888,636.823460725759}</c:f>
              <c:numCache>
                <c:formatCode>General</c:formatCode>
                <c:ptCount val="4"/>
                <c:pt idx="0">
                  <c:v>95.0785068174203</c:v>
                </c:pt>
                <c:pt idx="1">
                  <c:v>336.817468671749</c:v>
                </c:pt>
                <c:pt idx="2">
                  <c:v>501.082097215888</c:v>
                </c:pt>
                <c:pt idx="3">
                  <c:v>636.823460725759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{80.4320025878648,157.436873212767,271.643510151964,481.407681599574}</c:f>
              <c:numCache>
                <c:formatCode>General</c:formatCode>
                <c:ptCount val="4"/>
                <c:pt idx="0">
                  <c:v>80.4320025878648</c:v>
                </c:pt>
                <c:pt idx="1">
                  <c:v>157.436873212767</c:v>
                </c:pt>
                <c:pt idx="2">
                  <c:v>271.643510151964</c:v>
                </c:pt>
                <c:pt idx="3">
                  <c:v>481.407681599574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{95.3879537216077,370.26814763279,813.620515476602,1201.79105899033}</c:f>
              <c:numCache>
                <c:formatCode>General</c:formatCode>
                <c:ptCount val="4"/>
                <c:pt idx="0">
                  <c:v>95.3879537216077</c:v>
                </c:pt>
                <c:pt idx="1">
                  <c:v>370.26814763279</c:v>
                </c:pt>
                <c:pt idx="2">
                  <c:v>813.620515476602</c:v>
                </c:pt>
                <c:pt idx="3">
                  <c:v>1201.79105899033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{91.2173205676178,349.224112788215,493.654224798083,631.592844446818}</c:f>
              <c:numCache>
                <c:formatCode>General</c:formatCode>
                <c:ptCount val="4"/>
                <c:pt idx="0">
                  <c:v>91.2173205676178</c:v>
                </c:pt>
                <c:pt idx="1">
                  <c:v>349.224112788215</c:v>
                </c:pt>
                <c:pt idx="2">
                  <c:v>493.654224798083</c:v>
                </c:pt>
                <c:pt idx="3">
                  <c:v>631.592844446818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{69.0802826235692,110.733835189603,128.626925329057,151.214612005435}</c:f>
              <c:numCache>
                <c:formatCode>General</c:formatCode>
                <c:ptCount val="4"/>
                <c:pt idx="0">
                  <c:v>69.0802826235692</c:v>
                </c:pt>
                <c:pt idx="1">
                  <c:v>110.733835189603</c:v>
                </c:pt>
                <c:pt idx="2">
                  <c:v>128.626925329057</c:v>
                </c:pt>
                <c:pt idx="3">
                  <c:v>151.214612005435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425e085-6944-4938-9f1e-7b6c1ec1ca54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{131.602584593907,218.009517555089,265.636017505637,257.394530067158,244.58780553749}</c:f>
              <c:numCache>
                <c:formatCode>General</c:formatCode>
                <c:ptCount val="5"/>
                <c:pt idx="0">
                  <c:v>131.602584593907</c:v>
                </c:pt>
                <c:pt idx="1">
                  <c:v>218.009517555089</c:v>
                </c:pt>
                <c:pt idx="2">
                  <c:v>265.636017505637</c:v>
                </c:pt>
                <c:pt idx="3">
                  <c:v>257.394530067158</c:v>
                </c:pt>
                <c:pt idx="4">
                  <c:v>244.58780553749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{128.893747858517,203.559037342357,235.244375889315,245.501129708027,211.454482494496}</c:f>
              <c:numCache>
                <c:formatCode>General</c:formatCode>
                <c:ptCount val="5"/>
                <c:pt idx="0">
                  <c:v>128.893747858517</c:v>
                </c:pt>
                <c:pt idx="1">
                  <c:v>203.559037342357</c:v>
                </c:pt>
                <c:pt idx="2">
                  <c:v>235.244375889315</c:v>
                </c:pt>
                <c:pt idx="3">
                  <c:v>245.501129708027</c:v>
                </c:pt>
                <c:pt idx="4">
                  <c:v>211.454482494496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{129.626731156107,210.543174758527,247.139000253677,245.633829129792,212.196694422924}</c:f>
              <c:numCache>
                <c:formatCode>General</c:formatCode>
                <c:ptCount val="5"/>
                <c:pt idx="0">
                  <c:v>129.626731156107</c:v>
                </c:pt>
                <c:pt idx="1">
                  <c:v>210.543174758527</c:v>
                </c:pt>
                <c:pt idx="2">
                  <c:v>247.139000253677</c:v>
                </c:pt>
                <c:pt idx="3">
                  <c:v>245.633829129792</c:v>
                </c:pt>
                <c:pt idx="4">
                  <c:v>212.196694422924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{156.147957994175,285.384288706347,375.557722564299,416.70123226178,410.418331181052}</c:f>
              <c:numCache>
                <c:formatCode>General</c:formatCode>
                <c:ptCount val="5"/>
                <c:pt idx="0">
                  <c:v>156.147957994175</c:v>
                </c:pt>
                <c:pt idx="1">
                  <c:v>285.384288706347</c:v>
                </c:pt>
                <c:pt idx="2">
                  <c:v>375.557722564299</c:v>
                </c:pt>
                <c:pt idx="3">
                  <c:v>416.70123226178</c:v>
                </c:pt>
                <c:pt idx="4">
                  <c:v>410.418331181052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{130.047326651687,216.555869804649,260.877408408456,268.705299195684,253.555036380245}</c:f>
              <c:numCache>
                <c:formatCode>General</c:formatCode>
                <c:ptCount val="5"/>
                <c:pt idx="0">
                  <c:v>130.047326651687</c:v>
                </c:pt>
                <c:pt idx="1">
                  <c:v>216.555869804649</c:v>
                </c:pt>
                <c:pt idx="2">
                  <c:v>260.877408408456</c:v>
                </c:pt>
                <c:pt idx="3">
                  <c:v>268.705299195684</c:v>
                </c:pt>
                <c:pt idx="4">
                  <c:v>253.555036380245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{155.166541198488,287.797046064366,386.011340365698,412.152457067819,420.412187435707}</c:f>
              <c:numCache>
                <c:formatCode>General</c:formatCode>
                <c:ptCount val="5"/>
                <c:pt idx="0">
                  <c:v>155.166541198488</c:v>
                </c:pt>
                <c:pt idx="1">
                  <c:v>287.797046064366</c:v>
                </c:pt>
                <c:pt idx="2">
                  <c:v>386.011340365698</c:v>
                </c:pt>
                <c:pt idx="3">
                  <c:v>412.152457067819</c:v>
                </c:pt>
                <c:pt idx="4">
                  <c:v>420.412187435707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{131.131695311396,212.705894970767,247.782614688745,265.208257320565,232.012735509854}</c:f>
              <c:numCache>
                <c:formatCode>General</c:formatCode>
                <c:ptCount val="5"/>
                <c:pt idx="0">
                  <c:v>131.131695311396</c:v>
                </c:pt>
                <c:pt idx="1">
                  <c:v>212.705894970767</c:v>
                </c:pt>
                <c:pt idx="2">
                  <c:v>247.782614688745</c:v>
                </c:pt>
                <c:pt idx="3">
                  <c:v>265.208257320565</c:v>
                </c:pt>
                <c:pt idx="4">
                  <c:v>232.012735509854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{130.426675699366,212.403801906851,257.186141819808,262.227419908674,247.951703747067}</c:f>
              <c:numCache>
                <c:formatCode>General</c:formatCode>
                <c:ptCount val="5"/>
                <c:pt idx="0">
                  <c:v>130.426675699366</c:v>
                </c:pt>
                <c:pt idx="1">
                  <c:v>212.403801906851</c:v>
                </c:pt>
                <c:pt idx="2">
                  <c:v>257.186141819808</c:v>
                </c:pt>
                <c:pt idx="3">
                  <c:v>262.227419908674</c:v>
                </c:pt>
                <c:pt idx="4">
                  <c:v>247.951703747067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{159.546084936119,308.414465934254,430.902848448021,512.742743032578,657.242807499236}</c:f>
              <c:numCache>
                <c:formatCode>General</c:formatCode>
                <c:ptCount val="5"/>
                <c:pt idx="0">
                  <c:v>159.546084936119</c:v>
                </c:pt>
                <c:pt idx="1">
                  <c:v>308.414465934254</c:v>
                </c:pt>
                <c:pt idx="2">
                  <c:v>430.902848448021</c:v>
                </c:pt>
                <c:pt idx="3">
                  <c:v>512.742743032578</c:v>
                </c:pt>
                <c:pt idx="4">
                  <c:v>657.242807499236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196a1af-ebb0-4fb3-8b0c-01861c418601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{131.602584593907,218.009517555089,265.636017505637,257.394530067158,244.58780553749}</c:f>
              <c:numCache>
                <c:formatCode>General</c:formatCode>
                <c:ptCount val="5"/>
                <c:pt idx="0">
                  <c:v>131.602584593907</c:v>
                </c:pt>
                <c:pt idx="1">
                  <c:v>218.009517555089</c:v>
                </c:pt>
                <c:pt idx="2">
                  <c:v>265.636017505637</c:v>
                </c:pt>
                <c:pt idx="3">
                  <c:v>257.394530067158</c:v>
                </c:pt>
                <c:pt idx="4">
                  <c:v>244.58780553749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{128.893747858517,203.559037342357,235.244375889315,245.501129708027,211.454482494496}</c:f>
              <c:numCache>
                <c:formatCode>General</c:formatCode>
                <c:ptCount val="5"/>
                <c:pt idx="0">
                  <c:v>128.893747858517</c:v>
                </c:pt>
                <c:pt idx="1">
                  <c:v>203.559037342357</c:v>
                </c:pt>
                <c:pt idx="2">
                  <c:v>235.244375889315</c:v>
                </c:pt>
                <c:pt idx="3">
                  <c:v>245.501129708027</c:v>
                </c:pt>
                <c:pt idx="4">
                  <c:v>211.454482494496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{129.626731156107,210.543174758527,247.139000253677,245.633829129792,212.196694422924}</c:f>
              <c:numCache>
                <c:formatCode>General</c:formatCode>
                <c:ptCount val="5"/>
                <c:pt idx="0">
                  <c:v>129.626731156107</c:v>
                </c:pt>
                <c:pt idx="1">
                  <c:v>210.543174758527</c:v>
                </c:pt>
                <c:pt idx="2">
                  <c:v>247.139000253677</c:v>
                </c:pt>
                <c:pt idx="3">
                  <c:v>245.633829129792</c:v>
                </c:pt>
                <c:pt idx="4">
                  <c:v>212.196694422924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{156.147957994175,285.384288706347,375.557722564299,416.70123226178,410.418331181052}</c:f>
              <c:numCache>
                <c:formatCode>General</c:formatCode>
                <c:ptCount val="5"/>
                <c:pt idx="0">
                  <c:v>156.147957994175</c:v>
                </c:pt>
                <c:pt idx="1">
                  <c:v>285.384288706347</c:v>
                </c:pt>
                <c:pt idx="2">
                  <c:v>375.557722564299</c:v>
                </c:pt>
                <c:pt idx="3">
                  <c:v>416.70123226178</c:v>
                </c:pt>
                <c:pt idx="4">
                  <c:v>410.418331181052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{130.047326651687,216.555869804649,260.877408408456,268.705299195684,253.555036380245}</c:f>
              <c:numCache>
                <c:formatCode>General</c:formatCode>
                <c:ptCount val="5"/>
                <c:pt idx="0">
                  <c:v>130.047326651687</c:v>
                </c:pt>
                <c:pt idx="1">
                  <c:v>216.555869804649</c:v>
                </c:pt>
                <c:pt idx="2">
                  <c:v>260.877408408456</c:v>
                </c:pt>
                <c:pt idx="3">
                  <c:v>268.705299195684</c:v>
                </c:pt>
                <c:pt idx="4">
                  <c:v>253.555036380245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{155.166541198488,287.797046064366,386.011340365698,412.152457067819,420.412187435707}</c:f>
              <c:numCache>
                <c:formatCode>General</c:formatCode>
                <c:ptCount val="5"/>
                <c:pt idx="0">
                  <c:v>155.166541198488</c:v>
                </c:pt>
                <c:pt idx="1">
                  <c:v>287.797046064366</c:v>
                </c:pt>
                <c:pt idx="2">
                  <c:v>386.011340365698</c:v>
                </c:pt>
                <c:pt idx="3">
                  <c:v>412.152457067819</c:v>
                </c:pt>
                <c:pt idx="4">
                  <c:v>420.412187435707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{131.131695311396,212.705894970767,247.782614688745,265.208257320565,232.012735509854}</c:f>
              <c:numCache>
                <c:formatCode>General</c:formatCode>
                <c:ptCount val="5"/>
                <c:pt idx="0">
                  <c:v>131.131695311396</c:v>
                </c:pt>
                <c:pt idx="1">
                  <c:v>212.705894970767</c:v>
                </c:pt>
                <c:pt idx="2">
                  <c:v>247.782614688745</c:v>
                </c:pt>
                <c:pt idx="3">
                  <c:v>265.208257320565</c:v>
                </c:pt>
                <c:pt idx="4">
                  <c:v>232.012735509854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{130.426675699366,212.403801906851,257.186141819808,262.227419908674,247.951703747067}</c:f>
              <c:numCache>
                <c:formatCode>General</c:formatCode>
                <c:ptCount val="5"/>
                <c:pt idx="0">
                  <c:v>130.426675699366</c:v>
                </c:pt>
                <c:pt idx="1">
                  <c:v>212.403801906851</c:v>
                </c:pt>
                <c:pt idx="2">
                  <c:v>257.186141819808</c:v>
                </c:pt>
                <c:pt idx="3">
                  <c:v>262.227419908674</c:v>
                </c:pt>
                <c:pt idx="4">
                  <c:v>247.951703747067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{159.546084936119,308.414465934254,430.902848448021,512.742743032578,657.242807499236}</c:f>
              <c:numCache>
                <c:formatCode>General</c:formatCode>
                <c:ptCount val="5"/>
                <c:pt idx="0">
                  <c:v>159.546084936119</c:v>
                </c:pt>
                <c:pt idx="1">
                  <c:v>308.414465934254</c:v>
                </c:pt>
                <c:pt idx="2">
                  <c:v>430.902848448021</c:v>
                </c:pt>
                <c:pt idx="3">
                  <c:v>512.742743032578</c:v>
                </c:pt>
                <c:pt idx="4">
                  <c:v>657.242807499236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dbc145e-306c-4012-954c-c5e1fd487218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{32037.8590168466,36979.949042075,41499.4614924637,45643.1713659877,48879.253152932}</c:f>
              <c:numCache>
                <c:formatCode>General</c:formatCode>
                <c:ptCount val="5"/>
                <c:pt idx="0">
                  <c:v>32037.8590168466</c:v>
                </c:pt>
                <c:pt idx="1">
                  <c:v>36979.949042075</c:v>
                </c:pt>
                <c:pt idx="2">
                  <c:v>41499.4614924637</c:v>
                </c:pt>
                <c:pt idx="3">
                  <c:v>45643.1713659877</c:v>
                </c:pt>
                <c:pt idx="4">
                  <c:v>48879.253152932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{31855.1368469836,37243.7991669018,41773.9219844572,45549.9267276657,53344.2078482984}</c:f>
              <c:numCache>
                <c:formatCode>General</c:formatCode>
                <c:ptCount val="5"/>
                <c:pt idx="0">
                  <c:v>31855.1368469836</c:v>
                </c:pt>
                <c:pt idx="1">
                  <c:v>37243.7991669018</c:v>
                </c:pt>
                <c:pt idx="2">
                  <c:v>41773.9219844572</c:v>
                </c:pt>
                <c:pt idx="3">
                  <c:v>45549.9267276657</c:v>
                </c:pt>
                <c:pt idx="4">
                  <c:v>53344.2078482984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{32166.116070783,36988.7761425653,41661.3108515814,45665.8962915891,52502.7116756264}</c:f>
              <c:numCache>
                <c:formatCode>General</c:formatCode>
                <c:ptCount val="5"/>
                <c:pt idx="0">
                  <c:v>32166.116070783</c:v>
                </c:pt>
                <c:pt idx="1">
                  <c:v>36988.7761425653</c:v>
                </c:pt>
                <c:pt idx="2">
                  <c:v>41661.3108515814</c:v>
                </c:pt>
                <c:pt idx="3">
                  <c:v>45665.8962915891</c:v>
                </c:pt>
                <c:pt idx="4">
                  <c:v>52502.7116756264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{27563.9665647201,28230.2789062033,29106.5362588081,29747.5512839231,30259.372756671}</c:f>
              <c:numCache>
                <c:formatCode>General</c:formatCode>
                <c:ptCount val="5"/>
                <c:pt idx="0">
                  <c:v>27563.9665647201</c:v>
                </c:pt>
                <c:pt idx="1">
                  <c:v>28230.2789062033</c:v>
                </c:pt>
                <c:pt idx="2">
                  <c:v>29106.5362588081</c:v>
                </c:pt>
                <c:pt idx="3">
                  <c:v>29747.5512839231</c:v>
                </c:pt>
                <c:pt idx="4">
                  <c:v>30259.372756671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{31886.6668892025,36820.0412075984,41551.3770934753,45276.9581491509,49231.4417749899}</c:f>
              <c:numCache>
                <c:formatCode>General</c:formatCode>
                <c:ptCount val="5"/>
                <c:pt idx="0">
                  <c:v>31886.6668892025</c:v>
                </c:pt>
                <c:pt idx="1">
                  <c:v>36820.0412075984</c:v>
                </c:pt>
                <c:pt idx="2">
                  <c:v>41551.3770934753</c:v>
                </c:pt>
                <c:pt idx="3">
                  <c:v>45276.9581491509</c:v>
                </c:pt>
                <c:pt idx="4">
                  <c:v>49231.4417749899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{27555.5850265278,28378.6555082838,29016.4120352588,29804.298654314,30390.7509204054}</c:f>
              <c:numCache>
                <c:formatCode>General</c:formatCode>
                <c:ptCount val="5"/>
                <c:pt idx="0">
                  <c:v>27555.5850265278</c:v>
                </c:pt>
                <c:pt idx="1">
                  <c:v>28378.6555082838</c:v>
                </c:pt>
                <c:pt idx="2">
                  <c:v>29016.4120352588</c:v>
                </c:pt>
                <c:pt idx="3">
                  <c:v>29804.298654314</c:v>
                </c:pt>
                <c:pt idx="4">
                  <c:v>30390.7509204054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{31936.4699219235,37261.5082168365,41557.0713225674,45148.0470750719,48163.2005302081}</c:f>
              <c:numCache>
                <c:formatCode>General</c:formatCode>
                <c:ptCount val="5"/>
                <c:pt idx="0">
                  <c:v>31936.4699219235</c:v>
                </c:pt>
                <c:pt idx="1">
                  <c:v>37261.5082168365</c:v>
                </c:pt>
                <c:pt idx="2">
                  <c:v>41557.0713225674</c:v>
                </c:pt>
                <c:pt idx="3">
                  <c:v>45148.0470750719</c:v>
                </c:pt>
                <c:pt idx="4">
                  <c:v>48163.2005302081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{32192.3289650252,37304.5071554663,41667.7877494466,45797.0767283347,49115.7418313869}</c:f>
              <c:numCache>
                <c:formatCode>General</c:formatCode>
                <c:ptCount val="5"/>
                <c:pt idx="0">
                  <c:v>32192.3289650252</c:v>
                </c:pt>
                <c:pt idx="1">
                  <c:v>37304.5071554663</c:v>
                </c:pt>
                <c:pt idx="2">
                  <c:v>41667.7877494466</c:v>
                </c:pt>
                <c:pt idx="3">
                  <c:v>45797.0767283347</c:v>
                </c:pt>
                <c:pt idx="4">
                  <c:v>49115.7418313869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{27030,27030,27030,27030,27030}</c:f>
              <c:numCache>
                <c:formatCode>General</c:formatCode>
                <c:ptCount val="5"/>
                <c:pt idx="0">
                  <c:v>27030</c:v>
                </c:pt>
                <c:pt idx="1">
                  <c:v>27030</c:v>
                </c:pt>
                <c:pt idx="2">
                  <c:v>27030</c:v>
                </c:pt>
                <c:pt idx="3">
                  <c:v>27030</c:v>
                </c:pt>
                <c:pt idx="4">
                  <c:v>27030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e8d9a49-015c-411a-8145-63a6f3a8296b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{94.2854716752966,392.385195397462,842.676092780505,1141.41174960556}</c:f>
              <c:numCache>
                <c:formatCode>General</c:formatCode>
                <c:ptCount val="4"/>
                <c:pt idx="0">
                  <c:v>94.2854716752966</c:v>
                </c:pt>
                <c:pt idx="1">
                  <c:v>392.385195397462</c:v>
                </c:pt>
                <c:pt idx="2">
                  <c:v>842.676092780505</c:v>
                </c:pt>
                <c:pt idx="3">
                  <c:v>1141.41174960556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{109.73277175799,428.490596660413,584.232710540915,700.97611852099}</c:f>
              <c:numCache>
                <c:formatCode>General</c:formatCode>
                <c:ptCount val="4"/>
                <c:pt idx="0">
                  <c:v>109.73277175799</c:v>
                </c:pt>
                <c:pt idx="1">
                  <c:v>428.490596660413</c:v>
                </c:pt>
                <c:pt idx="2">
                  <c:v>584.232710540915</c:v>
                </c:pt>
                <c:pt idx="3">
                  <c:v>700.97611852099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{112.563063700994,431.820094181845,609.257707921787,736.168422303166}</c:f>
              <c:numCache>
                <c:formatCode>General</c:formatCode>
                <c:ptCount val="4"/>
                <c:pt idx="0">
                  <c:v>112.563063700994</c:v>
                </c:pt>
                <c:pt idx="1">
                  <c:v>431.820094181845</c:v>
                </c:pt>
                <c:pt idx="2">
                  <c:v>609.257707921787</c:v>
                </c:pt>
                <c:pt idx="3">
                  <c:v>736.168422303166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{77.9876469944914,179.213344166055,558.961103941936,840.872147632149}</c:f>
              <c:numCache>
                <c:formatCode>General</c:formatCode>
                <c:ptCount val="4"/>
                <c:pt idx="0">
                  <c:v>77.9876469944914</c:v>
                </c:pt>
                <c:pt idx="1">
                  <c:v>179.213344166055</c:v>
                </c:pt>
                <c:pt idx="2">
                  <c:v>558.961103941936</c:v>
                </c:pt>
                <c:pt idx="3">
                  <c:v>840.872147632149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{94.7998040355742,374.635459311927,530.770487589761,674.060410888097}</c:f>
              <c:numCache>
                <c:formatCode>General</c:formatCode>
                <c:ptCount val="4"/>
                <c:pt idx="0">
                  <c:v>94.7998040355742</c:v>
                </c:pt>
                <c:pt idx="1">
                  <c:v>374.635459311927</c:v>
                </c:pt>
                <c:pt idx="2">
                  <c:v>530.770487589761</c:v>
                </c:pt>
                <c:pt idx="3">
                  <c:v>674.060410888097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{81.5204821992666,175.576507959825,331.49480157687,542.689684206007}</c:f>
              <c:numCache>
                <c:formatCode>General</c:formatCode>
                <c:ptCount val="4"/>
                <c:pt idx="0">
                  <c:v>81.5204821992666</c:v>
                </c:pt>
                <c:pt idx="1">
                  <c:v>175.576507959825</c:v>
                </c:pt>
                <c:pt idx="2">
                  <c:v>331.49480157687</c:v>
                </c:pt>
                <c:pt idx="3">
                  <c:v>542.689684206007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{101.063244820883,404.959203900459,850.038909058398,1114.14557511577}</c:f>
              <c:numCache>
                <c:formatCode>General</c:formatCode>
                <c:ptCount val="4"/>
                <c:pt idx="0">
                  <c:v>101.063244820883</c:v>
                </c:pt>
                <c:pt idx="1">
                  <c:v>404.959203900459</c:v>
                </c:pt>
                <c:pt idx="2">
                  <c:v>850.038909058398</c:v>
                </c:pt>
                <c:pt idx="3">
                  <c:v>1114.14557511577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{97.9424265678972,374.748359279086,530.182531966517,671.315464069919}</c:f>
              <c:numCache>
                <c:formatCode>General</c:formatCode>
                <c:ptCount val="4"/>
                <c:pt idx="0">
                  <c:v>97.9424265678972</c:v>
                </c:pt>
                <c:pt idx="1">
                  <c:v>374.748359279086</c:v>
                </c:pt>
                <c:pt idx="2">
                  <c:v>530.182531966517</c:v>
                </c:pt>
                <c:pt idx="3">
                  <c:v>671.315464069919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{51.8606504580627,91.9364982827877,104.94847982501,753.012029588534}</c:f>
              <c:numCache>
                <c:formatCode>General</c:formatCode>
                <c:ptCount val="4"/>
                <c:pt idx="0">
                  <c:v>51.8606504580627</c:v>
                </c:pt>
                <c:pt idx="1">
                  <c:v>91.9364982827877</c:v>
                </c:pt>
                <c:pt idx="2">
                  <c:v>104.94847982501</c:v>
                </c:pt>
                <c:pt idx="3">
                  <c:v>753.012029588534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c650fed-cc47-46cb-a783-b5d3232bfbd2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{10.5162816565614,14.2950436320654,26.7387190092678,19.6533555515907,21.2293464038307}</c:f>
              <c:numCache>
                <c:formatCode>General</c:formatCode>
                <c:ptCount val="5"/>
                <c:pt idx="0">
                  <c:v>10.5162816565614</c:v>
                </c:pt>
                <c:pt idx="1">
                  <c:v>14.2950436320654</c:v>
                </c:pt>
                <c:pt idx="2">
                  <c:v>26.7387190092678</c:v>
                </c:pt>
                <c:pt idx="3">
                  <c:v>19.6533555515907</c:v>
                </c:pt>
                <c:pt idx="4">
                  <c:v>21.2293464038307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{10.1595711291274,13.7643993716706,27.5164972401023,19.9615372421156,21.4690460726751}</c:f>
              <c:numCache>
                <c:formatCode>General</c:formatCode>
                <c:ptCount val="5"/>
                <c:pt idx="0">
                  <c:v>10.1595711291274</c:v>
                </c:pt>
                <c:pt idx="1">
                  <c:v>13.7643993716706</c:v>
                </c:pt>
                <c:pt idx="2">
                  <c:v>27.5164972401023</c:v>
                </c:pt>
                <c:pt idx="3">
                  <c:v>19.9615372421156</c:v>
                </c:pt>
                <c:pt idx="4">
                  <c:v>21.4690460726751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{10.0095047298508,14.1621002166154,26.7833852935973,18.7398362480005,21.5121208155875}</c:f>
              <c:numCache>
                <c:formatCode>General</c:formatCode>
                <c:ptCount val="5"/>
                <c:pt idx="0">
                  <c:v>10.0095047298508</c:v>
                </c:pt>
                <c:pt idx="1">
                  <c:v>14.1621002166154</c:v>
                </c:pt>
                <c:pt idx="2">
                  <c:v>26.7833852935973</c:v>
                </c:pt>
                <c:pt idx="3">
                  <c:v>18.7398362480005</c:v>
                </c:pt>
                <c:pt idx="4">
                  <c:v>21.5121208155875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{13.9256884526423,19.498817176907,37.9421424151289,27.7961803941348,29.9165261033372}</c:f>
              <c:numCache>
                <c:formatCode>General</c:formatCode>
                <c:ptCount val="5"/>
                <c:pt idx="0">
                  <c:v>13.9256884526423</c:v>
                </c:pt>
                <c:pt idx="1">
                  <c:v>19.498817176907</c:v>
                </c:pt>
                <c:pt idx="2">
                  <c:v>37.9421424151289</c:v>
                </c:pt>
                <c:pt idx="3">
                  <c:v>27.7961803941348</c:v>
                </c:pt>
                <c:pt idx="4">
                  <c:v>29.9165261033372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{10.4773388884204,13.7957131196561,26.6768704793214,19.012611408688,21.4550177013189}</c:f>
              <c:numCache>
                <c:formatCode>General</c:formatCode>
                <c:ptCount val="5"/>
                <c:pt idx="0">
                  <c:v>10.4773388884204</c:v>
                </c:pt>
                <c:pt idx="1">
                  <c:v>13.7957131196561</c:v>
                </c:pt>
                <c:pt idx="2">
                  <c:v>26.6768704793214</c:v>
                </c:pt>
                <c:pt idx="3">
                  <c:v>19.012611408688</c:v>
                </c:pt>
                <c:pt idx="4">
                  <c:v>21.4550177013189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{13.3165891948413,19.4324744079902,38.2559555983435,27.5947172123605,30.7644983314369}</c:f>
              <c:numCache>
                <c:formatCode>General</c:formatCode>
                <c:ptCount val="5"/>
                <c:pt idx="0">
                  <c:v>13.3165891948413</c:v>
                </c:pt>
                <c:pt idx="1">
                  <c:v>19.4324744079902</c:v>
                </c:pt>
                <c:pt idx="2">
                  <c:v>38.2559555983435</c:v>
                </c:pt>
                <c:pt idx="3">
                  <c:v>27.5947172123605</c:v>
                </c:pt>
                <c:pt idx="4">
                  <c:v>30.7644983314369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{10.3105834843234,13.6812673114161,27.1728335143185,18.7423603314097,21.0804990622045}</c:f>
              <c:numCache>
                <c:formatCode>General</c:formatCode>
                <c:ptCount val="5"/>
                <c:pt idx="0">
                  <c:v>10.3105834843234</c:v>
                </c:pt>
                <c:pt idx="1">
                  <c:v>13.6812673114161</c:v>
                </c:pt>
                <c:pt idx="2">
                  <c:v>27.1728335143185</c:v>
                </c:pt>
                <c:pt idx="3">
                  <c:v>18.7423603314097</c:v>
                </c:pt>
                <c:pt idx="4">
                  <c:v>21.0804990622045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{10.1639899186436,14.3871477449175,26.3991020017678,19.1411621997407,21.3012313481453}</c:f>
              <c:numCache>
                <c:formatCode>General</c:formatCode>
                <c:ptCount val="5"/>
                <c:pt idx="0">
                  <c:v>10.1639899186436</c:v>
                </c:pt>
                <c:pt idx="1">
                  <c:v>14.3871477449175</c:v>
                </c:pt>
                <c:pt idx="2">
                  <c:v>26.3991020017678</c:v>
                </c:pt>
                <c:pt idx="3">
                  <c:v>19.1411621997407</c:v>
                </c:pt>
                <c:pt idx="4">
                  <c:v>21.3012313481453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{29.1815810561003,58.1442818515979,116.672207196925,113.744828828747,141.186582118244}</c:f>
              <c:numCache>
                <c:formatCode>General</c:formatCode>
                <c:ptCount val="5"/>
                <c:pt idx="0">
                  <c:v>29.1815810561003</c:v>
                </c:pt>
                <c:pt idx="1">
                  <c:v>58.1442818515979</c:v>
                </c:pt>
                <c:pt idx="2">
                  <c:v>116.672207196925</c:v>
                </c:pt>
                <c:pt idx="3">
                  <c:v>113.744828828747</c:v>
                </c:pt>
                <c:pt idx="4">
                  <c:v>141.186582118244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cba4287-1c4a-4e56-b5e4-570e40d2d7c8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{10.5162816565614,14.2950436320654,26.7387190092678,19.6533555515907,21.2293464038307}</c:f>
              <c:numCache>
                <c:formatCode>General</c:formatCode>
                <c:ptCount val="5"/>
                <c:pt idx="0">
                  <c:v>10.5162816565614</c:v>
                </c:pt>
                <c:pt idx="1">
                  <c:v>14.2950436320654</c:v>
                </c:pt>
                <c:pt idx="2">
                  <c:v>26.7387190092678</c:v>
                </c:pt>
                <c:pt idx="3">
                  <c:v>19.6533555515907</c:v>
                </c:pt>
                <c:pt idx="4">
                  <c:v>21.2293464038307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{10.1595711291274,13.7643993716706,27.5164972401023,19.9615372421156,21.4690460726751}</c:f>
              <c:numCache>
                <c:formatCode>General</c:formatCode>
                <c:ptCount val="5"/>
                <c:pt idx="0">
                  <c:v>10.1595711291274</c:v>
                </c:pt>
                <c:pt idx="1">
                  <c:v>13.7643993716706</c:v>
                </c:pt>
                <c:pt idx="2">
                  <c:v>27.5164972401023</c:v>
                </c:pt>
                <c:pt idx="3">
                  <c:v>19.9615372421156</c:v>
                </c:pt>
                <c:pt idx="4">
                  <c:v>21.4690460726751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{10.0095047298508,14.1621002166154,26.7833852935973,18.7398362480005,21.5121208155875}</c:f>
              <c:numCache>
                <c:formatCode>General</c:formatCode>
                <c:ptCount val="5"/>
                <c:pt idx="0">
                  <c:v>10.0095047298508</c:v>
                </c:pt>
                <c:pt idx="1">
                  <c:v>14.1621002166154</c:v>
                </c:pt>
                <c:pt idx="2">
                  <c:v>26.7833852935973</c:v>
                </c:pt>
                <c:pt idx="3">
                  <c:v>18.7398362480005</c:v>
                </c:pt>
                <c:pt idx="4">
                  <c:v>21.5121208155875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{13.9256884526423,19.498817176907,37.9421424151289,27.7961803941348,29.9165261033372}</c:f>
              <c:numCache>
                <c:formatCode>General</c:formatCode>
                <c:ptCount val="5"/>
                <c:pt idx="0">
                  <c:v>13.9256884526423</c:v>
                </c:pt>
                <c:pt idx="1">
                  <c:v>19.498817176907</c:v>
                </c:pt>
                <c:pt idx="2">
                  <c:v>37.9421424151289</c:v>
                </c:pt>
                <c:pt idx="3">
                  <c:v>27.7961803941348</c:v>
                </c:pt>
                <c:pt idx="4">
                  <c:v>29.9165261033372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{10.4773388884204,13.7957131196561,26.6768704793214,19.012611408688,21.4550177013189}</c:f>
              <c:numCache>
                <c:formatCode>General</c:formatCode>
                <c:ptCount val="5"/>
                <c:pt idx="0">
                  <c:v>10.4773388884204</c:v>
                </c:pt>
                <c:pt idx="1">
                  <c:v>13.7957131196561</c:v>
                </c:pt>
                <c:pt idx="2">
                  <c:v>26.6768704793214</c:v>
                </c:pt>
                <c:pt idx="3">
                  <c:v>19.012611408688</c:v>
                </c:pt>
                <c:pt idx="4">
                  <c:v>21.4550177013189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{13.3165891948413,19.4324744079902,38.2559555983435,27.5947172123605,30.7644983314369}</c:f>
              <c:numCache>
                <c:formatCode>General</c:formatCode>
                <c:ptCount val="5"/>
                <c:pt idx="0">
                  <c:v>13.3165891948413</c:v>
                </c:pt>
                <c:pt idx="1">
                  <c:v>19.4324744079902</c:v>
                </c:pt>
                <c:pt idx="2">
                  <c:v>38.2559555983435</c:v>
                </c:pt>
                <c:pt idx="3">
                  <c:v>27.5947172123605</c:v>
                </c:pt>
                <c:pt idx="4">
                  <c:v>30.7644983314369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{10.3105834843234,13.6812673114161,27.1728335143185,18.7423603314097,21.0804990622045}</c:f>
              <c:numCache>
                <c:formatCode>General</c:formatCode>
                <c:ptCount val="5"/>
                <c:pt idx="0">
                  <c:v>10.3105834843234</c:v>
                </c:pt>
                <c:pt idx="1">
                  <c:v>13.6812673114161</c:v>
                </c:pt>
                <c:pt idx="2">
                  <c:v>27.1728335143185</c:v>
                </c:pt>
                <c:pt idx="3">
                  <c:v>18.7423603314097</c:v>
                </c:pt>
                <c:pt idx="4">
                  <c:v>21.0804990622045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{10.1639899186436,14.3871477449175,26.3991020017678,19.1411621997407,21.3012313481453}</c:f>
              <c:numCache>
                <c:formatCode>General</c:formatCode>
                <c:ptCount val="5"/>
                <c:pt idx="0">
                  <c:v>10.1639899186436</c:v>
                </c:pt>
                <c:pt idx="1">
                  <c:v>14.3871477449175</c:v>
                </c:pt>
                <c:pt idx="2">
                  <c:v>26.3991020017678</c:v>
                </c:pt>
                <c:pt idx="3">
                  <c:v>19.1411621997407</c:v>
                </c:pt>
                <c:pt idx="4">
                  <c:v>21.3012313481453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{29.1815810561003,58.1442818515979,116.672207196925,113.744828828747,141.186582118244}</c:f>
              <c:numCache>
                <c:formatCode>General</c:formatCode>
                <c:ptCount val="5"/>
                <c:pt idx="0">
                  <c:v>29.1815810561003</c:v>
                </c:pt>
                <c:pt idx="1">
                  <c:v>58.1442818515979</c:v>
                </c:pt>
                <c:pt idx="2">
                  <c:v>116.672207196925</c:v>
                </c:pt>
                <c:pt idx="3">
                  <c:v>113.744828828747</c:v>
                </c:pt>
                <c:pt idx="4">
                  <c:v>141.186582118244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4adf2d8-ef5d-4d76-9763-60325b2dfa1c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{58582.8593612533,83590.3934079075,111406.183137837,123547.879603053,141541.136108143}</c:f>
              <c:numCache>
                <c:formatCode>General</c:formatCode>
                <c:ptCount val="5"/>
                <c:pt idx="0">
                  <c:v>58582.8593612533</c:v>
                </c:pt>
                <c:pt idx="1">
                  <c:v>83590.3934079075</c:v>
                </c:pt>
                <c:pt idx="2">
                  <c:v>111406.183137837</c:v>
                </c:pt>
                <c:pt idx="3">
                  <c:v>123547.879603053</c:v>
                </c:pt>
                <c:pt idx="4">
                  <c:v>141541.136108143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{60244.6114163614,84679.0072905715,108531.744820746,120555.83714364,139412.023060622}</c:f>
              <c:numCache>
                <c:formatCode>General</c:formatCode>
                <c:ptCount val="5"/>
                <c:pt idx="0">
                  <c:v>60244.6114163614</c:v>
                </c:pt>
                <c:pt idx="1">
                  <c:v>84679.0072905715</c:v>
                </c:pt>
                <c:pt idx="2">
                  <c:v>108531.744820746</c:v>
                </c:pt>
                <c:pt idx="3">
                  <c:v>120555.83714364</c:v>
                </c:pt>
                <c:pt idx="4">
                  <c:v>139412.023060622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{60332.5699491765,83155.6262894846,110093.65047659,125743.962377575,140016.613515432}</c:f>
              <c:numCache>
                <c:formatCode>General</c:formatCode>
                <c:ptCount val="5"/>
                <c:pt idx="0">
                  <c:v>60332.5699491765</c:v>
                </c:pt>
                <c:pt idx="1">
                  <c:v>83155.6262894846</c:v>
                </c:pt>
                <c:pt idx="2">
                  <c:v>110093.65047659</c:v>
                </c:pt>
                <c:pt idx="3">
                  <c:v>125743.962377575</c:v>
                </c:pt>
                <c:pt idx="4">
                  <c:v>140016.613515432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{47370.2222222222,62779.0431888662,79190.8071016901,85840.882076301,97009.408328349}</c:f>
              <c:numCache>
                <c:formatCode>General</c:formatCode>
                <c:ptCount val="5"/>
                <c:pt idx="0">
                  <c:v>47370.2222222222</c:v>
                </c:pt>
                <c:pt idx="1">
                  <c:v>62779.0431888662</c:v>
                </c:pt>
                <c:pt idx="2">
                  <c:v>79190.8071016901</c:v>
                </c:pt>
                <c:pt idx="3">
                  <c:v>85840.882076301</c:v>
                </c:pt>
                <c:pt idx="4">
                  <c:v>97009.408328349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{58548.787674314,84792.3781004547,109684.144104197,122846.099403781,139710.740999287}</c:f>
              <c:numCache>
                <c:formatCode>General</c:formatCode>
                <c:ptCount val="5"/>
                <c:pt idx="0">
                  <c:v>58548.787674314</c:v>
                </c:pt>
                <c:pt idx="1">
                  <c:v>84792.3781004547</c:v>
                </c:pt>
                <c:pt idx="2">
                  <c:v>109684.144104197</c:v>
                </c:pt>
                <c:pt idx="3">
                  <c:v>122846.099403781</c:v>
                </c:pt>
                <c:pt idx="4">
                  <c:v>139710.740999287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{47951.8544837704,62747.4642024642,78347.8471389713,86773.5704215239,97728.6727949134}</c:f>
              <c:numCache>
                <c:formatCode>General</c:formatCode>
                <c:ptCount val="5"/>
                <c:pt idx="0">
                  <c:v>47951.8544837704</c:v>
                </c:pt>
                <c:pt idx="1">
                  <c:v>62747.4642024642</c:v>
                </c:pt>
                <c:pt idx="2">
                  <c:v>78347.8471389713</c:v>
                </c:pt>
                <c:pt idx="3">
                  <c:v>86773.5704215239</c:v>
                </c:pt>
                <c:pt idx="4">
                  <c:v>97728.6727949134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{59404.1666666667,84467.4432610577,110537.729707647,125217.546645899,139018.865912424}</c:f>
              <c:numCache>
                <c:formatCode>General</c:formatCode>
                <c:ptCount val="5"/>
                <c:pt idx="0">
                  <c:v>59404.1666666667</c:v>
                </c:pt>
                <c:pt idx="1">
                  <c:v>84467.4432610577</c:v>
                </c:pt>
                <c:pt idx="2">
                  <c:v>110537.729707647</c:v>
                </c:pt>
                <c:pt idx="3">
                  <c:v>125217.546645899</c:v>
                </c:pt>
                <c:pt idx="4">
                  <c:v>139018.865912424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{59399.1675824176,81721.1350642539,111840.951319266,124436.379339958,138936.315526815}</c:f>
              <c:numCache>
                <c:formatCode>General</c:formatCode>
                <c:ptCount val="5"/>
                <c:pt idx="0">
                  <c:v>59399.1675824176</c:v>
                </c:pt>
                <c:pt idx="1">
                  <c:v>81721.1350642539</c:v>
                </c:pt>
                <c:pt idx="2">
                  <c:v>111840.951319266</c:v>
                </c:pt>
                <c:pt idx="3">
                  <c:v>124436.379339958</c:v>
                </c:pt>
                <c:pt idx="4">
                  <c:v>138936.315526815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{27296.8495880529,27638.9652380712,27573.439724996,27568.4087956361,27576.7517114172}</c:f>
              <c:numCache>
                <c:formatCode>General</c:formatCode>
                <c:ptCount val="5"/>
                <c:pt idx="0">
                  <c:v>27296.8495880529</c:v>
                </c:pt>
                <c:pt idx="1">
                  <c:v>27638.9652380712</c:v>
                </c:pt>
                <c:pt idx="2">
                  <c:v>27573.439724996</c:v>
                </c:pt>
                <c:pt idx="3">
                  <c:v>27568.4087956361</c:v>
                </c:pt>
                <c:pt idx="4">
                  <c:v>27576.7517114172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Avg. tokens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bc6005c-61a4-41ed-a7ba-7701633a8b99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{275.237161588545,1739.34065663877,2319.80006078724,2537.47037030555}</c:f>
              <c:numCache>
                <c:formatCode>General</c:formatCode>
                <c:ptCount val="4"/>
                <c:pt idx="0">
                  <c:v>275.237161588545</c:v>
                </c:pt>
                <c:pt idx="1">
                  <c:v>1739.34065663877</c:v>
                </c:pt>
                <c:pt idx="2">
                  <c:v>2319.80006078724</c:v>
                </c:pt>
                <c:pt idx="3">
                  <c:v>2537.47037030555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{253.723234559099,1786.25168822861,2455.13279135805,2664.52917796886}</c:f>
              <c:numCache>
                <c:formatCode>General</c:formatCode>
                <c:ptCount val="4"/>
                <c:pt idx="0">
                  <c:v>253.723234559099</c:v>
                </c:pt>
                <c:pt idx="1">
                  <c:v>1786.25168822861</c:v>
                </c:pt>
                <c:pt idx="2">
                  <c:v>2455.13279135805</c:v>
                </c:pt>
                <c:pt idx="3">
                  <c:v>2664.52917796886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{278.533205467587,1875.93988878652,2384.41651653964,2675.5648117022}</c:f>
              <c:numCache>
                <c:formatCode>General</c:formatCode>
                <c:ptCount val="4"/>
                <c:pt idx="0">
                  <c:v>278.533205467587</c:v>
                </c:pt>
                <c:pt idx="1">
                  <c:v>1875.93988878652</c:v>
                </c:pt>
                <c:pt idx="2">
                  <c:v>2384.41651653964</c:v>
                </c:pt>
                <c:pt idx="3">
                  <c:v>2675.5648117022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{240.898744979252,1940.83632046046,2589.49146182587,2821.26437619888}</c:f>
              <c:numCache>
                <c:formatCode>General</c:formatCode>
                <c:ptCount val="4"/>
                <c:pt idx="0">
                  <c:v>240.898744979252</c:v>
                </c:pt>
                <c:pt idx="1">
                  <c:v>1940.83632046046</c:v>
                </c:pt>
                <c:pt idx="2">
                  <c:v>2589.49146182587</c:v>
                </c:pt>
                <c:pt idx="3">
                  <c:v>2821.26437619888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{264.237413182855,1824.93600870948,2541.62488943897,2728.53802576692}</c:f>
              <c:numCache>
                <c:formatCode>General</c:formatCode>
                <c:ptCount val="4"/>
                <c:pt idx="0">
                  <c:v>264.237413182855</c:v>
                </c:pt>
                <c:pt idx="1">
                  <c:v>1824.93600870948</c:v>
                </c:pt>
                <c:pt idx="2">
                  <c:v>2541.62488943897</c:v>
                </c:pt>
                <c:pt idx="3">
                  <c:v>2728.53802576692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{239.659320175027,1704.86247076187,2551.62450535844,2832.73551097932}</c:f>
              <c:numCache>
                <c:formatCode>General</c:formatCode>
                <c:ptCount val="4"/>
                <c:pt idx="0">
                  <c:v>239.659320175027</c:v>
                </c:pt>
                <c:pt idx="1">
                  <c:v>1704.86247076187</c:v>
                </c:pt>
                <c:pt idx="2">
                  <c:v>2551.62450535844</c:v>
                </c:pt>
                <c:pt idx="3">
                  <c:v>2832.73551097932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{281.143459801873,1826.45367814694,2475.44237401802,2729.91244654808}</c:f>
              <c:numCache>
                <c:formatCode>General</c:formatCode>
                <c:ptCount val="4"/>
                <c:pt idx="0">
                  <c:v>281.143459801873</c:v>
                </c:pt>
                <c:pt idx="1">
                  <c:v>1826.45367814694</c:v>
                </c:pt>
                <c:pt idx="2">
                  <c:v>2475.44237401802</c:v>
                </c:pt>
                <c:pt idx="3">
                  <c:v>2729.91244654808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{254.700787675877,1858.88163056225,2410.43592711911,2759.85810204813}</c:f>
              <c:numCache>
                <c:formatCode>General</c:formatCode>
                <c:ptCount val="4"/>
                <c:pt idx="0">
                  <c:v>254.700787675877</c:v>
                </c:pt>
                <c:pt idx="1">
                  <c:v>1858.88163056225</c:v>
                </c:pt>
                <c:pt idx="2">
                  <c:v>2410.43592711911</c:v>
                </c:pt>
                <c:pt idx="3">
                  <c:v>2759.85810204813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strRef>
              <c:f>{"p50","p95","p99","p999"}</c:f>
              <c:strCache>
                <c:ptCount val="4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  <c:pt idx="3">
                  <c:v>p999</c:v>
                </c:pt>
              </c:strCache>
            </c:strRef>
          </c:cat>
          <c:val>
            <c:numRef>
              <c:f>{198.901772654305,545.718687586486,606.944821231688,933.327341780074}</c:f>
              <c:numCache>
                <c:formatCode>General</c:formatCode>
                <c:ptCount val="4"/>
                <c:pt idx="0">
                  <c:v>198.901772654305</c:v>
                </c:pt>
                <c:pt idx="1">
                  <c:v>545.718687586486</c:v>
                </c:pt>
                <c:pt idx="2">
                  <c:v>606.944821231688</c:v>
                </c:pt>
                <c:pt idx="3">
                  <c:v>933.327341780074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Tail percentile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Latency (ms)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efdfcce-ea53-4c17-983b-9f768fb82762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{464.470849875359,467.836975597773,444.152158673134,351.909506706374,332.169528283339}</c:f>
              <c:numCache>
                <c:formatCode>General</c:formatCode>
                <c:ptCount val="5"/>
                <c:pt idx="0">
                  <c:v>464.470849875359</c:v>
                </c:pt>
                <c:pt idx="1">
                  <c:v>467.836975597773</c:v>
                </c:pt>
                <c:pt idx="2">
                  <c:v>444.152158673134</c:v>
                </c:pt>
                <c:pt idx="3">
                  <c:v>351.909506706374</c:v>
                </c:pt>
                <c:pt idx="4">
                  <c:v>332.169528283339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{399.514650859981,380.403431848791,359.433511667873,359.704090502207,351.076505417079}</c:f>
              <c:numCache>
                <c:formatCode>General</c:formatCode>
                <c:ptCount val="5"/>
                <c:pt idx="0">
                  <c:v>399.514650859981</c:v>
                </c:pt>
                <c:pt idx="1">
                  <c:v>380.403431848791</c:v>
                </c:pt>
                <c:pt idx="2">
                  <c:v>359.433511667873</c:v>
                </c:pt>
                <c:pt idx="3">
                  <c:v>359.704090502207</c:v>
                </c:pt>
                <c:pt idx="4">
                  <c:v>351.076505417079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{402.906032882661,381.349128654806,363.858680618816,370.120440725416,352.206356410765}</c:f>
              <c:numCache>
                <c:formatCode>General</c:formatCode>
                <c:ptCount val="5"/>
                <c:pt idx="0">
                  <c:v>402.906032882661</c:v>
                </c:pt>
                <c:pt idx="1">
                  <c:v>381.349128654806</c:v>
                </c:pt>
                <c:pt idx="2">
                  <c:v>363.858680618816</c:v>
                </c:pt>
                <c:pt idx="3">
                  <c:v>370.120440725416</c:v>
                </c:pt>
                <c:pt idx="4">
                  <c:v>352.206356410765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{481.990997792343,427.57801387149,387.286493872161,449.992630121046,447.629387062266}</c:f>
              <c:numCache>
                <c:formatCode>General</c:formatCode>
                <c:ptCount val="5"/>
                <c:pt idx="0">
                  <c:v>481.990997792343</c:v>
                </c:pt>
                <c:pt idx="1">
                  <c:v>427.57801387149</c:v>
                </c:pt>
                <c:pt idx="2">
                  <c:v>387.286493872161</c:v>
                </c:pt>
                <c:pt idx="3">
                  <c:v>449.992630121046</c:v>
                </c:pt>
                <c:pt idx="4">
                  <c:v>447.629387062266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{440.981326159519,422.34138204759,386.540288781185,372.861972244998,355.415208194925}</c:f>
              <c:numCache>
                <c:formatCode>General</c:formatCode>
                <c:ptCount val="5"/>
                <c:pt idx="0">
                  <c:v>440.981326159519</c:v>
                </c:pt>
                <c:pt idx="1">
                  <c:v>422.34138204759</c:v>
                </c:pt>
                <c:pt idx="2">
                  <c:v>386.540288781185</c:v>
                </c:pt>
                <c:pt idx="3">
                  <c:v>372.861972244998</c:v>
                </c:pt>
                <c:pt idx="4">
                  <c:v>355.415208194925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{419.912123945024,434.216936441169,386.230701721608,376.501539594751,355.840258934484}</c:f>
              <c:numCache>
                <c:formatCode>General</c:formatCode>
                <c:ptCount val="5"/>
                <c:pt idx="0">
                  <c:v>419.912123945024</c:v>
                </c:pt>
                <c:pt idx="1">
                  <c:v>434.216936441169</c:v>
                </c:pt>
                <c:pt idx="2">
                  <c:v>386.230701721608</c:v>
                </c:pt>
                <c:pt idx="3">
                  <c:v>376.501539594751</c:v>
                </c:pt>
                <c:pt idx="4">
                  <c:v>355.840258934484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{397.024142585291,366.111156592066,343.149891266244,346.958451041345,323.685075911503}</c:f>
              <c:numCache>
                <c:formatCode>General</c:formatCode>
                <c:ptCount val="5"/>
                <c:pt idx="0">
                  <c:v>397.024142585291</c:v>
                </c:pt>
                <c:pt idx="1">
                  <c:v>366.111156592066</c:v>
                </c:pt>
                <c:pt idx="2">
                  <c:v>343.149891266244</c:v>
                </c:pt>
                <c:pt idx="3">
                  <c:v>346.958451041345</c:v>
                </c:pt>
                <c:pt idx="4">
                  <c:v>323.685075911503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{434.981713877184,404.387691921037,377.424105980724,376.363107014916,394.685009463155}</c:f>
              <c:numCache>
                <c:formatCode>General</c:formatCode>
                <c:ptCount val="5"/>
                <c:pt idx="0">
                  <c:v>434.981713877184</c:v>
                </c:pt>
                <c:pt idx="1">
                  <c:v>404.387691921037</c:v>
                </c:pt>
                <c:pt idx="2">
                  <c:v>377.424105980724</c:v>
                </c:pt>
                <c:pt idx="3">
                  <c:v>376.363107014916</c:v>
                </c:pt>
                <c:pt idx="4">
                  <c:v>394.685009463155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{468.866901851987,474.617628420923,464.380011880467,363.258724743701,331.959182041846}</c:f>
              <c:numCache>
                <c:formatCode>General</c:formatCode>
                <c:ptCount val="5"/>
                <c:pt idx="0">
                  <c:v>468.866901851987</c:v>
                </c:pt>
                <c:pt idx="1">
                  <c:v>474.617628420923</c:v>
                </c:pt>
                <c:pt idx="2">
                  <c:v>464.380011880467</c:v>
                </c:pt>
                <c:pt idx="3">
                  <c:v>363.258724743701</c:v>
                </c:pt>
                <c:pt idx="4">
                  <c:v>331.959182041846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739fb2ac-4980-4e27-ac8b-09838612e4a1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{464.470849875359,467.836975597773,444.152158673134,351.909506706374,332.169528283339}</c:f>
              <c:numCache>
                <c:formatCode>General</c:formatCode>
                <c:ptCount val="5"/>
                <c:pt idx="0">
                  <c:v>464.470849875359</c:v>
                </c:pt>
                <c:pt idx="1">
                  <c:v>467.836975597773</c:v>
                </c:pt>
                <c:pt idx="2">
                  <c:v>444.152158673134</c:v>
                </c:pt>
                <c:pt idx="3">
                  <c:v>351.909506706374</c:v>
                </c:pt>
                <c:pt idx="4">
                  <c:v>332.169528283339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{399.514650859981,380.403431848791,359.433511667873,359.704090502207,351.076505417079}</c:f>
              <c:numCache>
                <c:formatCode>General</c:formatCode>
                <c:ptCount val="5"/>
                <c:pt idx="0">
                  <c:v>399.514650859981</c:v>
                </c:pt>
                <c:pt idx="1">
                  <c:v>380.403431848791</c:v>
                </c:pt>
                <c:pt idx="2">
                  <c:v>359.433511667873</c:v>
                </c:pt>
                <c:pt idx="3">
                  <c:v>359.704090502207</c:v>
                </c:pt>
                <c:pt idx="4">
                  <c:v>351.076505417079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{402.906032882661,381.349128654806,363.858680618816,370.120440725416,352.206356410765}</c:f>
              <c:numCache>
                <c:formatCode>General</c:formatCode>
                <c:ptCount val="5"/>
                <c:pt idx="0">
                  <c:v>402.906032882661</c:v>
                </c:pt>
                <c:pt idx="1">
                  <c:v>381.349128654806</c:v>
                </c:pt>
                <c:pt idx="2">
                  <c:v>363.858680618816</c:v>
                </c:pt>
                <c:pt idx="3">
                  <c:v>370.120440725416</c:v>
                </c:pt>
                <c:pt idx="4">
                  <c:v>352.206356410765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{481.990997792343,427.57801387149,387.286493872161,449.992630121046,447.629387062266}</c:f>
              <c:numCache>
                <c:formatCode>General</c:formatCode>
                <c:ptCount val="5"/>
                <c:pt idx="0">
                  <c:v>481.990997792343</c:v>
                </c:pt>
                <c:pt idx="1">
                  <c:v>427.57801387149</c:v>
                </c:pt>
                <c:pt idx="2">
                  <c:v>387.286493872161</c:v>
                </c:pt>
                <c:pt idx="3">
                  <c:v>449.992630121046</c:v>
                </c:pt>
                <c:pt idx="4">
                  <c:v>447.629387062266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{440.981326159519,422.34138204759,386.540288781185,372.861972244998,355.415208194925}</c:f>
              <c:numCache>
                <c:formatCode>General</c:formatCode>
                <c:ptCount val="5"/>
                <c:pt idx="0">
                  <c:v>440.981326159519</c:v>
                </c:pt>
                <c:pt idx="1">
                  <c:v>422.34138204759</c:v>
                </c:pt>
                <c:pt idx="2">
                  <c:v>386.540288781185</c:v>
                </c:pt>
                <c:pt idx="3">
                  <c:v>372.861972244998</c:v>
                </c:pt>
                <c:pt idx="4">
                  <c:v>355.415208194925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{419.912123945024,434.216936441169,386.230701721608,376.501539594751,355.840258934484}</c:f>
              <c:numCache>
                <c:formatCode>General</c:formatCode>
                <c:ptCount val="5"/>
                <c:pt idx="0">
                  <c:v>419.912123945024</c:v>
                </c:pt>
                <c:pt idx="1">
                  <c:v>434.216936441169</c:v>
                </c:pt>
                <c:pt idx="2">
                  <c:v>386.230701721608</c:v>
                </c:pt>
                <c:pt idx="3">
                  <c:v>376.501539594751</c:v>
                </c:pt>
                <c:pt idx="4">
                  <c:v>355.840258934484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{397.024142585291,366.111156592066,343.149891266244,346.958451041345,323.685075911503}</c:f>
              <c:numCache>
                <c:formatCode>General</c:formatCode>
                <c:ptCount val="5"/>
                <c:pt idx="0">
                  <c:v>397.024142585291</c:v>
                </c:pt>
                <c:pt idx="1">
                  <c:v>366.111156592066</c:v>
                </c:pt>
                <c:pt idx="2">
                  <c:v>343.149891266244</c:v>
                </c:pt>
                <c:pt idx="3">
                  <c:v>346.958451041345</c:v>
                </c:pt>
                <c:pt idx="4">
                  <c:v>323.685075911503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{434.981713877184,404.387691921037,377.424105980724,376.363107014916,394.685009463155}</c:f>
              <c:numCache>
                <c:formatCode>General</c:formatCode>
                <c:ptCount val="5"/>
                <c:pt idx="0">
                  <c:v>434.981713877184</c:v>
                </c:pt>
                <c:pt idx="1">
                  <c:v>404.387691921037</c:v>
                </c:pt>
                <c:pt idx="2">
                  <c:v>377.424105980724</c:v>
                </c:pt>
                <c:pt idx="3">
                  <c:v>376.363107014916</c:v>
                </c:pt>
                <c:pt idx="4">
                  <c:v>394.685009463155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{468.866901851987,474.617628420923,464.380011880467,363.258724743701,331.959182041846}</c:f>
              <c:numCache>
                <c:formatCode>General</c:formatCode>
                <c:ptCount val="5"/>
                <c:pt idx="0">
                  <c:v>468.866901851987</c:v>
                </c:pt>
                <c:pt idx="1">
                  <c:v>474.617628420923</c:v>
                </c:pt>
                <c:pt idx="2">
                  <c:v>464.380011880467</c:v>
                </c:pt>
                <c:pt idx="3">
                  <c:v>363.258724743701</c:v>
                </c:pt>
                <c:pt idx="4">
                  <c:v>331.959182041846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2daf022-c796-4088-a7ff-abd65e4c4407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{5.00418072838844,6.13677661861916,7.41074723885583,7.59762650093228,8.20932397773471}</c:f>
              <c:numCache>
                <c:formatCode>General</c:formatCode>
                <c:ptCount val="5"/>
                <c:pt idx="0">
                  <c:v>5.00418072838844</c:v>
                </c:pt>
                <c:pt idx="1">
                  <c:v>6.13677661861916</c:v>
                </c:pt>
                <c:pt idx="2">
                  <c:v>7.41074723885583</c:v>
                </c:pt>
                <c:pt idx="3">
                  <c:v>7.59762650093228</c:v>
                </c:pt>
                <c:pt idx="4">
                  <c:v>8.20932397773471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{4.6786907877996,5.04615630519368,5.60539587097877,5.72793363730252,5.98507727468444}</c:f>
              <c:numCache>
                <c:formatCode>General</c:formatCode>
                <c:ptCount val="5"/>
                <c:pt idx="0">
                  <c:v>4.6786907877996</c:v>
                </c:pt>
                <c:pt idx="1">
                  <c:v>5.04615630519368</c:v>
                </c:pt>
                <c:pt idx="2">
                  <c:v>5.60539587097877</c:v>
                </c:pt>
                <c:pt idx="3">
                  <c:v>5.72793363730252</c:v>
                </c:pt>
                <c:pt idx="4">
                  <c:v>5.98507727468444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{4.57596779678346,5.37880045233477,5.33440965777453,5.73341030904327,6.08138985281001}</c:f>
              <c:numCache>
                <c:formatCode>General</c:formatCode>
                <c:ptCount val="5"/>
                <c:pt idx="0">
                  <c:v>4.57596779678346</c:v>
                </c:pt>
                <c:pt idx="1">
                  <c:v>5.37880045233477</c:v>
                </c:pt>
                <c:pt idx="2">
                  <c:v>5.33440965777453</c:v>
                </c:pt>
                <c:pt idx="3">
                  <c:v>5.73341030904327</c:v>
                </c:pt>
                <c:pt idx="4">
                  <c:v>6.08138985281001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{4.79856713060362,6.44081391909035,7.42446420336538,7.89984356555985,8.62816301904606}</c:f>
              <c:numCache>
                <c:formatCode>General</c:formatCode>
                <c:ptCount val="5"/>
                <c:pt idx="0">
                  <c:v>4.79856713060362</c:v>
                </c:pt>
                <c:pt idx="1">
                  <c:v>6.44081391909035</c:v>
                </c:pt>
                <c:pt idx="2">
                  <c:v>7.42446420336538</c:v>
                </c:pt>
                <c:pt idx="3">
                  <c:v>7.89984356555985</c:v>
                </c:pt>
                <c:pt idx="4">
                  <c:v>8.62816301904606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{5.13556443875055,6.3127619816923,7.19947054947278,7.80658173467264,8.16805182933252}</c:f>
              <c:numCache>
                <c:formatCode>General</c:formatCode>
                <c:ptCount val="5"/>
                <c:pt idx="0">
                  <c:v>5.13556443875055</c:v>
                </c:pt>
                <c:pt idx="1">
                  <c:v>6.3127619816923</c:v>
                </c:pt>
                <c:pt idx="2">
                  <c:v>7.19947054947278</c:v>
                </c:pt>
                <c:pt idx="3">
                  <c:v>7.80658173467264</c:v>
                </c:pt>
                <c:pt idx="4">
                  <c:v>8.16805182933252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{4.93971926651223,6.1791368893767,7.19265557989998,7.97776904821231,8.3481161474204}</c:f>
              <c:numCache>
                <c:formatCode>General</c:formatCode>
                <c:ptCount val="5"/>
                <c:pt idx="0">
                  <c:v>4.93971926651223</c:v>
                </c:pt>
                <c:pt idx="1">
                  <c:v>6.1791368893767</c:v>
                </c:pt>
                <c:pt idx="2">
                  <c:v>7.19265557989998</c:v>
                </c:pt>
                <c:pt idx="3">
                  <c:v>7.97776904821231</c:v>
                </c:pt>
                <c:pt idx="4">
                  <c:v>8.3481161474204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{2.71508013973413,1.92648681255152,1.38804085656932,1.14143881884421,1.00246949448511}</c:f>
              <c:numCache>
                <c:formatCode>General</c:formatCode>
                <c:ptCount val="5"/>
                <c:pt idx="0">
                  <c:v>2.71508013973413</c:v>
                </c:pt>
                <c:pt idx="1">
                  <c:v>1.92648681255152</c:v>
                </c:pt>
                <c:pt idx="2">
                  <c:v>1.38804085656932</c:v>
                </c:pt>
                <c:pt idx="3">
                  <c:v>1.14143881884421</c:v>
                </c:pt>
                <c:pt idx="4">
                  <c:v>1.00246949448511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{5.32552160412705,6.29764856707952,7.15140272529047,7.69936152756125,8.29256903891485}</c:f>
              <c:numCache>
                <c:formatCode>General</c:formatCode>
                <c:ptCount val="5"/>
                <c:pt idx="0">
                  <c:v>5.32552160412705</c:v>
                </c:pt>
                <c:pt idx="1">
                  <c:v>6.29764856707952</c:v>
                </c:pt>
                <c:pt idx="2">
                  <c:v>7.15140272529047</c:v>
                </c:pt>
                <c:pt idx="3">
                  <c:v>7.69936152756125</c:v>
                </c:pt>
                <c:pt idx="4">
                  <c:v>8.29256903891485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{25.0932612738959,49.1271378102542,71.5015945224693,91.6848010693986,112.292895536222}</c:f>
              <c:numCache>
                <c:formatCode>General</c:formatCode>
                <c:ptCount val="5"/>
                <c:pt idx="0">
                  <c:v>25.0932612738959</c:v>
                </c:pt>
                <c:pt idx="1">
                  <c:v>49.1271378102542</c:v>
                </c:pt>
                <c:pt idx="2">
                  <c:v>71.5015945224693</c:v>
                </c:pt>
                <c:pt idx="3">
                  <c:v>91.6848010693986</c:v>
                </c:pt>
                <c:pt idx="4">
                  <c:v>112.292895536222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Agent 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9d7ed78d-06e8-4c28-a976-8846a37d025f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OCC</c:f>
              <c:strCache>
                <c:ptCount val="1"/>
                <c:pt idx="0">
                  <c:v>OCC</c:v>
                </c:pt>
              </c:strCache>
            </c:strRef>
          </c:tx>
          <c:spPr>
            <a:ln w="15240" cap="rnd">
              <a:solidFill>
                <a:srgbClr val="4C90C6"/>
              </a:solidFill>
              <a:prstDash val="solid"/>
              <a:round/>
            </a:ln>
          </c:spPr>
          <c:marker>
            <c:symbol val="triangl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{5.00418072838844,6.13677661861916,7.41074723885583,7.59762650093228,8.20932397773471}</c:f>
              <c:numCache>
                <c:formatCode>General</c:formatCode>
                <c:ptCount val="5"/>
                <c:pt idx="0">
                  <c:v>5.00418072838844</c:v>
                </c:pt>
                <c:pt idx="1">
                  <c:v>6.13677661861916</c:v>
                </c:pt>
                <c:pt idx="2">
                  <c:v>7.41074723885583</c:v>
                </c:pt>
                <c:pt idx="3">
                  <c:v>7.59762650093228</c:v>
                </c:pt>
                <c:pt idx="4">
                  <c:v>8.20932397773471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2PL-nowait</c:f>
              <c:strCache>
                <c:ptCount val="1"/>
                <c:pt idx="0">
                  <c:v>2PL-nowait</c:v>
                </c:pt>
              </c:strCache>
            </c:strRef>
          </c:tx>
          <c:spPr>
            <a:ln w="15240" cap="rnd">
              <a:solidFill>
                <a:srgbClr val="55A33D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{4.6786907877996,5.04615630519368,5.60539587097877,5.72793363730252,5.98507727468444}</c:f>
              <c:numCache>
                <c:formatCode>General</c:formatCode>
                <c:ptCount val="5"/>
                <c:pt idx="0">
                  <c:v>4.6786907877996</c:v>
                </c:pt>
                <c:pt idx="1">
                  <c:v>5.04615630519368</c:v>
                </c:pt>
                <c:pt idx="2">
                  <c:v>5.60539587097877</c:v>
                </c:pt>
                <c:pt idx="3">
                  <c:v>5.72793363730252</c:v>
                </c:pt>
                <c:pt idx="4">
                  <c:v>5.98507727468444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2PL-wait-die</c:f>
              <c:strCache>
                <c:ptCount val="1"/>
                <c:pt idx="0">
                  <c:v>2PL-wait-die</c:v>
                </c:pt>
              </c:strCache>
            </c:strRef>
          </c:tx>
          <c:spPr>
            <a:ln w="15240" cap="rnd">
              <a:solidFill>
                <a:srgbClr val="9B79B4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{4.57596779678346,5.37880045233477,5.33440965777453,5.73341030904327,6.08138985281001}</c:f>
              <c:numCache>
                <c:formatCode>General</c:formatCode>
                <c:ptCount val="5"/>
                <c:pt idx="0">
                  <c:v>4.57596779678346</c:v>
                </c:pt>
                <c:pt idx="1">
                  <c:v>5.37880045233477</c:v>
                </c:pt>
                <c:pt idx="2">
                  <c:v>5.33440965777453</c:v>
                </c:pt>
                <c:pt idx="3">
                  <c:v>5.73341030904327</c:v>
                </c:pt>
                <c:pt idx="4">
                  <c:v>6.08138985281001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MVCC</c:f>
              <c:strCache>
                <c:ptCount val="1"/>
                <c:pt idx="0">
                  <c:v>MVCC</c:v>
                </c:pt>
              </c:strCache>
            </c:strRef>
          </c:tx>
          <c:spPr>
            <a:ln w="15240" cap="rnd">
              <a:solidFill>
                <a:srgbClr val="F3A36F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{4.79856713060362,6.44081391909035,7.42446420336538,7.89984356555985,8.62816301904606}</c:f>
              <c:numCache>
                <c:formatCode>General</c:formatCode>
                <c:ptCount val="5"/>
                <c:pt idx="0">
                  <c:v>4.79856713060362</c:v>
                </c:pt>
                <c:pt idx="1">
                  <c:v>6.44081391909035</c:v>
                </c:pt>
                <c:pt idx="2">
                  <c:v>7.42446420336538</c:v>
                </c:pt>
                <c:pt idx="3">
                  <c:v>7.89984356555985</c:v>
                </c:pt>
                <c:pt idx="4">
                  <c:v>8.62816301904606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Silo</c:f>
              <c:strCache>
                <c:ptCount val="1"/>
                <c:pt idx="0">
                  <c:v>Silo</c:v>
                </c:pt>
              </c:strCache>
            </c:strRef>
          </c:tx>
          <c:spPr>
            <a:ln w="15240" cap="rnd">
              <a:solidFill>
                <a:srgbClr val="E5A800"/>
              </a:solidFill>
              <a:prstDash val="solid"/>
              <a:round/>
            </a:ln>
          </c:spPr>
          <c:marker>
            <c:symbol val="x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{5.13556443875055,6.3127619816923,7.19947054947278,7.80658173467264,8.16805182933252}</c:f>
              <c:numCache>
                <c:formatCode>General</c:formatCode>
                <c:ptCount val="5"/>
                <c:pt idx="0">
                  <c:v>5.13556443875055</c:v>
                </c:pt>
                <c:pt idx="1">
                  <c:v>6.3127619816923</c:v>
                </c:pt>
                <c:pt idx="2">
                  <c:v>7.19947054947278</c:v>
                </c:pt>
                <c:pt idx="3">
                  <c:v>7.80658173467264</c:v>
                </c:pt>
                <c:pt idx="4">
                  <c:v>8.16805182933252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TicToc</c:f>
              <c:strCache>
                <c:ptCount val="1"/>
                <c:pt idx="0">
                  <c:v>TicToc</c:v>
                </c:pt>
              </c:strCache>
            </c:strRef>
          </c:tx>
          <c:spPr>
            <a:ln w="15240" cap="rnd">
              <a:solidFill>
                <a:srgbClr val="58B99A"/>
              </a:solidFill>
              <a:prstDash val="solid"/>
              <a:round/>
            </a:ln>
          </c:spPr>
          <c:marker>
            <c:symbol val="plus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{4.93971926651223,6.1791368893767,7.19265557989998,7.97776904821231,8.3481161474204}</c:f>
              <c:numCache>
                <c:formatCode>General</c:formatCode>
                <c:ptCount val="5"/>
                <c:pt idx="0">
                  <c:v>4.93971926651223</c:v>
                </c:pt>
                <c:pt idx="1">
                  <c:v>6.1791368893767</c:v>
                </c:pt>
                <c:pt idx="2">
                  <c:v>7.19265557989998</c:v>
                </c:pt>
                <c:pt idx="3">
                  <c:v>7.97776904821231</c:v>
                </c:pt>
                <c:pt idx="4">
                  <c:v>8.3481161474204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Bamboo</c:f>
              <c:strCache>
                <c:ptCount val="1"/>
                <c:pt idx="0">
                  <c:v>Bamboo</c:v>
                </c:pt>
              </c:strCache>
            </c:strRef>
          </c:tx>
          <c:spPr>
            <a:ln w="15240" cap="rnd">
              <a:solidFill>
                <a:srgbClr val="8C6D56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{2.71508013973413,1.92648681255152,1.38804085656932,1.14143881884421,1.00246949448511}</c:f>
              <c:numCache>
                <c:formatCode>General</c:formatCode>
                <c:ptCount val="5"/>
                <c:pt idx="0">
                  <c:v>2.71508013973413</c:v>
                </c:pt>
                <c:pt idx="1">
                  <c:v>1.92648681255152</c:v>
                </c:pt>
                <c:pt idx="2">
                  <c:v>1.38804085656932</c:v>
                </c:pt>
                <c:pt idx="3">
                  <c:v>1.14143881884421</c:v>
                </c:pt>
                <c:pt idx="4">
                  <c:v>1.00246949448511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Polaris</c:f>
              <c:strCache>
                <c:ptCount val="1"/>
                <c:pt idx="0">
                  <c:v>Polaris</c:v>
                </c:pt>
              </c:strCache>
            </c:strRef>
          </c:tx>
          <c:spPr>
            <a:ln w="15240" cap="rnd">
              <a:solidFill>
                <a:srgbClr val="63A537"/>
              </a:solidFill>
              <a:prstDash val="solid"/>
              <a:round/>
            </a:ln>
          </c:spPr>
          <c:marker>
            <c:symbol val="square"/>
            <c:size val="5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{5.32552160412705,6.29764856707952,7.15140272529047,7.69936152756125,8.29256903891485}</c:f>
              <c:numCache>
                <c:formatCode>General</c:formatCode>
                <c:ptCount val="5"/>
                <c:pt idx="0">
                  <c:v>5.32552160412705</c:v>
                </c:pt>
                <c:pt idx="1">
                  <c:v>6.29764856707952</c:v>
                </c:pt>
                <c:pt idx="2">
                  <c:v>7.15140272529047</c:v>
                </c:pt>
                <c:pt idx="3">
                  <c:v>7.69936152756125</c:v>
                </c:pt>
                <c:pt idx="4">
                  <c:v>8.29256903891485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ATCC</c:f>
              <c:strCache>
                <c:ptCount val="1"/>
                <c:pt idx="0">
                  <c:v>ATCC</c:v>
                </c:pt>
              </c:strCache>
            </c:strRef>
          </c:tx>
          <c:spPr>
            <a:ln w="28575" cap="rnd">
              <a:solidFill>
                <a:srgbClr val="E51C23"/>
              </a:solidFill>
              <a:prstDash val="solid"/>
              <a:round/>
            </a:ln>
          </c:spPr>
          <c:marker>
            <c:symbol val="circle"/>
            <c:size val="7"/>
          </c:marker>
          <c:dLbls>
            <c:delete val="1"/>
          </c:dLbls>
          <c:cat>
            <c:numRef>
              <c:f>{8,16,24,32,40}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</c:numCache>
            </c:numRef>
          </c:cat>
          <c:val>
            <c:numRef>
              <c:f>{25.0932612738959,49.1271378102542,71.5015945224693,91.6848010693986,112.292895536222}</c:f>
              <c:numCache>
                <c:formatCode>General</c:formatCode>
                <c:ptCount val="5"/>
                <c:pt idx="0">
                  <c:v>25.0932612738959</c:v>
                </c:pt>
                <c:pt idx="1">
                  <c:v>49.1271378102542</c:v>
                </c:pt>
                <c:pt idx="2">
                  <c:v>71.5015945224693</c:v>
                </c:pt>
                <c:pt idx="3">
                  <c:v>91.6848010693986</c:v>
                </c:pt>
                <c:pt idx="4">
                  <c:v>112.292895536222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# of Clients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6668">
              <a:solidFill>
                <a:srgbClr val="C8C8C8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975">
                    <a:solidFill>
                      <a:srgbClr val="000000"/>
                    </a:solidFill>
                  </a:rPr>
                  <a:t>Throughput (TPS)</a:t>
                </a:r>
                <a:endParaRPr sz="975">
                  <a:solidFill>
                    <a:srgbClr val="000000"/>
                  </a:solidFill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000000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5171d78-7970-4138-853a-d7f6ad958314}"/>
      </c:ext>
    </c:extLst>
  </c:chart>
  <c:spPr>
    <a:solidFill>
      <a:srgbClr val="FFFFFF"/>
    </a:solidFill>
    <a:ln w="9525">
      <a:solidFill>
        <a:srgbClr val="000000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8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12.xml"/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chart" Target="../charts/chart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16.xml"/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chart" Target="../charts/chart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8.xml"/><Relationship Id="rId1" Type="http://schemas.openxmlformats.org/officeDocument/2006/relationships/chart" Target="../charts/chart1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Low-Contention).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Medium-Contention, Zipfian = 0.7).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Medium-Contention, Zipfian = 0.8).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5" name="Chart"/>
          <p:cNvGraphicFramePr/>
          <p:nvPr/>
        </p:nvGraphicFramePr>
        <p:xfrm>
          <a:off x="3810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="4762500" y="7048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3810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(a) Agent transaction throughput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29146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(b) Transaction throughput</a:t>
            </a:r>
            <a:endParaRPr sz="1200" b="0">
              <a:solidFill>
                <a:srgbClr val="000000"/>
              </a:solidFill>
            </a:endParaRPr>
          </a:p>
        </p:txBody>
      </p:sp>
      <p:graphicFrame>
        <p:nvGraphicFramePr>
          <p:cNvPr id="69" name="Chart"/>
          <p:cNvGraphicFramePr/>
          <p:nvPr/>
        </p:nvGraphicFramePr>
        <p:xfrm>
          <a:off x="3810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Chart"/>
          <p:cNvGraphicFramePr/>
          <p:nvPr/>
        </p:nvGraphicFramePr>
        <p:xfrm>
          <a:off x="4762500" y="3333750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panel-c"/>
          <p:cNvSpPr>
            <a:spLocks noGrp="1"/>
          </p:cNvSpPr>
          <p:nvPr/>
        </p:nvSpPr>
        <p:spPr>
          <a:xfrm>
            <a:off x="3048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(c) Estimated tokens per agent transaction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5" name="panel-d"/>
          <p:cNvSpPr>
            <a:spLocks noGrp="1"/>
          </p:cNvSpPr>
          <p:nvPr/>
        </p:nvSpPr>
        <p:spPr>
          <a:xfrm>
            <a:off x="4686300" y="5543550"/>
            <a:ext cx="41529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(d) Latency distribution at 40 clients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36" name="figure-caption"/>
          <p:cNvSpPr>
            <a:spLocks noGrp="1"/>
          </p:cNvSpPr>
          <p:nvPr/>
        </p:nvSpPr>
        <p:spPr>
          <a:xfrm>
            <a:off x="381000" y="598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(YCSB High-Contention, Zipfian = 0.99).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7" name="method-note"/>
          <p:cNvSpPr>
            <a:spLocks noGrp="1"/>
          </p:cNvSpPr>
          <p:nvPr/>
        </p:nvSpPr>
        <p:spPr>
          <a:xfrm>
            <a:off x="381000" y="634365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1" name="Chart"/>
          <p:cNvGraphicFramePr/>
          <p:nvPr/>
        </p:nvGraphicFramePr>
        <p:xfrm>
          <a:off x="52387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2" name="Chart"/>
          <p:cNvGraphicFramePr/>
          <p:nvPr/>
        </p:nvGraphicFramePr>
        <p:xfrm>
          <a:off x="481012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47625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(a) Agent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(b)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2" name="figure-caption"/>
          <p:cNvSpPr>
            <a:spLocks noGrp="1"/>
          </p:cNvSpPr>
          <p:nvPr/>
        </p:nvSpPr>
        <p:spPr>
          <a:xfrm>
            <a:off x="381000" y="5286375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(TPC-C with 100 warehouses).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3" name="method-note"/>
          <p:cNvSpPr>
            <a:spLocks noGrp="1"/>
          </p:cNvSpPr>
          <p:nvPr/>
        </p:nvSpPr>
        <p:spPr>
          <a:xfrm>
            <a:off x="381000" y="5648325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-line-OCC"/>
          <p:cNvSpPr>
            <a:spLocks noGrp="1"/>
          </p:cNvSpPr>
          <p:nvPr/>
        </p:nvSpPr>
        <p:spPr>
          <a:xfrm>
            <a:off x="323850" y="238125"/>
            <a:ext cx="228600" cy="0"/>
          </a:xfrm>
          <a:prstGeom prst="line">
            <a:avLst/>
          </a:prstGeom>
          <a:ln w="17145">
            <a:solidFill>
              <a:srgbClr val="4C90C6"/>
            </a:solidFill>
            <a:prstDash val="solid"/>
          </a:ln>
        </p:spPr>
      </p:sp>
      <p:sp>
        <p:nvSpPr>
          <p:cNvPr id="3" name="leg-mark-OCC"/>
          <p:cNvSpPr>
            <a:spLocks noGrp="1"/>
          </p:cNvSpPr>
          <p:nvPr/>
        </p:nvSpPr>
        <p:spPr>
          <a:xfrm>
            <a:off x="409575" y="200025"/>
            <a:ext cx="76200" cy="76200"/>
          </a:xfrm>
          <a:prstGeom prst="rect">
            <a:avLst/>
          </a:prstGeom>
          <a:solidFill>
            <a:srgbClr val="4C90C6"/>
          </a:solidFill>
          <a:ln w="9525">
            <a:solidFill>
              <a:srgbClr val="4C90C6"/>
            </a:solidFill>
          </a:ln>
        </p:spPr>
      </p:sp>
      <p:sp>
        <p:nvSpPr>
          <p:cNvPr id="4" name="leg-OCC"/>
          <p:cNvSpPr>
            <a:spLocks noGrp="1"/>
          </p:cNvSpPr>
          <p:nvPr/>
        </p:nvSpPr>
        <p:spPr>
          <a:xfrm>
            <a:off x="5905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5" name="leg-line-2PL-nowait"/>
          <p:cNvSpPr>
            <a:spLocks noGrp="1"/>
          </p:cNvSpPr>
          <p:nvPr/>
        </p:nvSpPr>
        <p:spPr>
          <a:xfrm>
            <a:off x="2019300" y="238125"/>
            <a:ext cx="228600" cy="0"/>
          </a:xfrm>
          <a:prstGeom prst="line">
            <a:avLst/>
          </a:prstGeom>
          <a:ln w="17145">
            <a:solidFill>
              <a:srgbClr val="55A33D"/>
            </a:solidFill>
            <a:prstDash val="solid"/>
          </a:ln>
        </p:spPr>
      </p:sp>
      <p:sp>
        <p:nvSpPr>
          <p:cNvPr id="6" name="leg-mark-2PL-nowait"/>
          <p:cNvSpPr>
            <a:spLocks noGrp="1"/>
          </p:cNvSpPr>
          <p:nvPr/>
        </p:nvSpPr>
        <p:spPr>
          <a:xfrm>
            <a:off x="2105025" y="200025"/>
            <a:ext cx="76200" cy="76200"/>
          </a:xfrm>
          <a:prstGeom prst="rect">
            <a:avLst/>
          </a:prstGeom>
          <a:solidFill>
            <a:srgbClr val="55A33D"/>
          </a:solidFill>
          <a:ln w="9525">
            <a:solidFill>
              <a:srgbClr val="55A33D"/>
            </a:solidFill>
          </a:ln>
        </p:spPr>
      </p:sp>
      <p:sp>
        <p:nvSpPr>
          <p:cNvPr id="7" name="leg-2PL-nowait"/>
          <p:cNvSpPr>
            <a:spLocks noGrp="1"/>
          </p:cNvSpPr>
          <p:nvPr/>
        </p:nvSpPr>
        <p:spPr>
          <a:xfrm>
            <a:off x="22860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2PL-nowait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8" name="leg-line-2PL-wait-die"/>
          <p:cNvSpPr>
            <a:spLocks noGrp="1"/>
          </p:cNvSpPr>
          <p:nvPr/>
        </p:nvSpPr>
        <p:spPr>
          <a:xfrm>
            <a:off x="3714750" y="238125"/>
            <a:ext cx="228600" cy="0"/>
          </a:xfrm>
          <a:prstGeom prst="line">
            <a:avLst/>
          </a:prstGeom>
          <a:ln w="17145">
            <a:solidFill>
              <a:srgbClr val="9B79B4"/>
            </a:solidFill>
            <a:prstDash val="solid"/>
          </a:ln>
        </p:spPr>
      </p:sp>
      <p:sp>
        <p:nvSpPr>
          <p:cNvPr id="9" name="leg-mark-2PL-wait-die"/>
          <p:cNvSpPr>
            <a:spLocks noGrp="1"/>
          </p:cNvSpPr>
          <p:nvPr/>
        </p:nvSpPr>
        <p:spPr>
          <a:xfrm>
            <a:off x="3800475" y="200025"/>
            <a:ext cx="76200" cy="76200"/>
          </a:xfrm>
          <a:prstGeom prst="rect">
            <a:avLst/>
          </a:prstGeom>
          <a:solidFill>
            <a:srgbClr val="9B79B4"/>
          </a:solidFill>
          <a:ln w="9525">
            <a:solidFill>
              <a:srgbClr val="9B79B4"/>
            </a:solidFill>
          </a:ln>
        </p:spPr>
      </p:sp>
      <p:sp>
        <p:nvSpPr>
          <p:cNvPr id="10" name="leg-2PL-wait-die"/>
          <p:cNvSpPr>
            <a:spLocks noGrp="1"/>
          </p:cNvSpPr>
          <p:nvPr/>
        </p:nvSpPr>
        <p:spPr>
          <a:xfrm>
            <a:off x="39814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2PL-wait-die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1" name="leg-line-MVCC"/>
          <p:cNvSpPr>
            <a:spLocks noGrp="1"/>
          </p:cNvSpPr>
          <p:nvPr/>
        </p:nvSpPr>
        <p:spPr>
          <a:xfrm>
            <a:off x="5410200" y="238125"/>
            <a:ext cx="228600" cy="0"/>
          </a:xfrm>
          <a:prstGeom prst="line">
            <a:avLst/>
          </a:prstGeom>
          <a:ln w="17145">
            <a:solidFill>
              <a:srgbClr val="F3A36F"/>
            </a:solidFill>
            <a:prstDash val="solid"/>
          </a:ln>
        </p:spPr>
      </p:sp>
      <p:sp>
        <p:nvSpPr>
          <p:cNvPr id="12" name="leg-mark-MVCC"/>
          <p:cNvSpPr>
            <a:spLocks noGrp="1"/>
          </p:cNvSpPr>
          <p:nvPr/>
        </p:nvSpPr>
        <p:spPr>
          <a:xfrm>
            <a:off x="5495925" y="200025"/>
            <a:ext cx="76200" cy="76200"/>
          </a:xfrm>
          <a:prstGeom prst="rect">
            <a:avLst/>
          </a:prstGeom>
          <a:solidFill>
            <a:srgbClr val="F3A36F"/>
          </a:solidFill>
          <a:ln w="9525">
            <a:solidFill>
              <a:srgbClr val="F3A36F"/>
            </a:solidFill>
          </a:ln>
        </p:spPr>
      </p:sp>
      <p:sp>
        <p:nvSpPr>
          <p:cNvPr id="13" name="leg-MVCC"/>
          <p:cNvSpPr>
            <a:spLocks noGrp="1"/>
          </p:cNvSpPr>
          <p:nvPr/>
        </p:nvSpPr>
        <p:spPr>
          <a:xfrm>
            <a:off x="567690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MVCC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4" name="leg-line-Silo"/>
          <p:cNvSpPr>
            <a:spLocks noGrp="1"/>
          </p:cNvSpPr>
          <p:nvPr/>
        </p:nvSpPr>
        <p:spPr>
          <a:xfrm>
            <a:off x="7105650" y="238125"/>
            <a:ext cx="228600" cy="0"/>
          </a:xfrm>
          <a:prstGeom prst="line">
            <a:avLst/>
          </a:prstGeom>
          <a:ln w="17145">
            <a:solidFill>
              <a:srgbClr val="E5A800"/>
            </a:solidFill>
            <a:prstDash val="solid"/>
          </a:ln>
        </p:spPr>
      </p:sp>
      <p:sp>
        <p:nvSpPr>
          <p:cNvPr id="15" name="leg-mark-Silo"/>
          <p:cNvSpPr>
            <a:spLocks noGrp="1"/>
          </p:cNvSpPr>
          <p:nvPr/>
        </p:nvSpPr>
        <p:spPr>
          <a:xfrm>
            <a:off x="7191375" y="200025"/>
            <a:ext cx="76200" cy="76200"/>
          </a:xfrm>
          <a:prstGeom prst="rect">
            <a:avLst/>
          </a:prstGeom>
          <a:solidFill>
            <a:srgbClr val="E5A800"/>
          </a:solidFill>
          <a:ln w="9525">
            <a:solidFill>
              <a:srgbClr val="E5A800"/>
            </a:solidFill>
          </a:ln>
        </p:spPr>
      </p:sp>
      <p:sp>
        <p:nvSpPr>
          <p:cNvPr id="16" name="leg-Silo"/>
          <p:cNvSpPr>
            <a:spLocks noGrp="1"/>
          </p:cNvSpPr>
          <p:nvPr/>
        </p:nvSpPr>
        <p:spPr>
          <a:xfrm>
            <a:off x="7372350" y="14287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Silo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17" name="leg-line-TicToc"/>
          <p:cNvSpPr>
            <a:spLocks noGrp="1"/>
          </p:cNvSpPr>
          <p:nvPr/>
        </p:nvSpPr>
        <p:spPr>
          <a:xfrm>
            <a:off x="323850" y="485775"/>
            <a:ext cx="228600" cy="0"/>
          </a:xfrm>
          <a:prstGeom prst="line">
            <a:avLst/>
          </a:prstGeom>
          <a:ln w="17145">
            <a:solidFill>
              <a:srgbClr val="58B99A"/>
            </a:solidFill>
            <a:prstDash val="solid"/>
          </a:ln>
        </p:spPr>
      </p:sp>
      <p:sp>
        <p:nvSpPr>
          <p:cNvPr id="18" name="leg-mark-TicToc"/>
          <p:cNvSpPr>
            <a:spLocks noGrp="1"/>
          </p:cNvSpPr>
          <p:nvPr/>
        </p:nvSpPr>
        <p:spPr>
          <a:xfrm>
            <a:off x="409575" y="447675"/>
            <a:ext cx="76200" cy="76200"/>
          </a:xfrm>
          <a:prstGeom prst="rect">
            <a:avLst/>
          </a:prstGeom>
          <a:solidFill>
            <a:srgbClr val="58B99A"/>
          </a:solidFill>
          <a:ln w="9525">
            <a:solidFill>
              <a:srgbClr val="58B99A"/>
            </a:solidFill>
          </a:ln>
        </p:spPr>
      </p:sp>
      <p:sp>
        <p:nvSpPr>
          <p:cNvPr id="19" name="leg-TicToc"/>
          <p:cNvSpPr>
            <a:spLocks noGrp="1"/>
          </p:cNvSpPr>
          <p:nvPr/>
        </p:nvSpPr>
        <p:spPr>
          <a:xfrm>
            <a:off x="5905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TicToc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0" name="leg-line-Bamboo"/>
          <p:cNvSpPr>
            <a:spLocks noGrp="1"/>
          </p:cNvSpPr>
          <p:nvPr/>
        </p:nvSpPr>
        <p:spPr>
          <a:xfrm>
            <a:off x="2019300" y="485775"/>
            <a:ext cx="228600" cy="0"/>
          </a:xfrm>
          <a:prstGeom prst="line">
            <a:avLst/>
          </a:prstGeom>
          <a:ln w="17145">
            <a:solidFill>
              <a:srgbClr val="8C6D56"/>
            </a:solidFill>
            <a:prstDash val="solid"/>
          </a:ln>
        </p:spPr>
      </p:sp>
      <p:sp>
        <p:nvSpPr>
          <p:cNvPr id="21" name="leg-mark-Bamboo"/>
          <p:cNvSpPr>
            <a:spLocks noGrp="1"/>
          </p:cNvSpPr>
          <p:nvPr/>
        </p:nvSpPr>
        <p:spPr>
          <a:xfrm>
            <a:off x="2105025" y="447675"/>
            <a:ext cx="76200" cy="76200"/>
          </a:xfrm>
          <a:prstGeom prst="rect">
            <a:avLst/>
          </a:prstGeom>
          <a:solidFill>
            <a:srgbClr val="8C6D56"/>
          </a:solidFill>
          <a:ln w="9525">
            <a:solidFill>
              <a:srgbClr val="8C6D56"/>
            </a:solidFill>
          </a:ln>
        </p:spPr>
      </p:sp>
      <p:sp>
        <p:nvSpPr>
          <p:cNvPr id="22" name="leg-Bamboo"/>
          <p:cNvSpPr>
            <a:spLocks noGrp="1"/>
          </p:cNvSpPr>
          <p:nvPr/>
        </p:nvSpPr>
        <p:spPr>
          <a:xfrm>
            <a:off x="22860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Bamboo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3" name="leg-line-Polaris"/>
          <p:cNvSpPr>
            <a:spLocks noGrp="1"/>
          </p:cNvSpPr>
          <p:nvPr/>
        </p:nvSpPr>
        <p:spPr>
          <a:xfrm>
            <a:off x="3714750" y="485775"/>
            <a:ext cx="228600" cy="0"/>
          </a:xfrm>
          <a:prstGeom prst="line">
            <a:avLst/>
          </a:prstGeom>
          <a:ln w="17145">
            <a:solidFill>
              <a:srgbClr val="63A537"/>
            </a:solidFill>
            <a:prstDash val="solid"/>
          </a:ln>
        </p:spPr>
      </p:sp>
      <p:sp>
        <p:nvSpPr>
          <p:cNvPr id="24" name="leg-mark-Polaris"/>
          <p:cNvSpPr>
            <a:spLocks noGrp="1"/>
          </p:cNvSpPr>
          <p:nvPr/>
        </p:nvSpPr>
        <p:spPr>
          <a:xfrm>
            <a:off x="3800475" y="447675"/>
            <a:ext cx="76200" cy="76200"/>
          </a:xfrm>
          <a:prstGeom prst="rect">
            <a:avLst/>
          </a:prstGeom>
          <a:solidFill>
            <a:srgbClr val="63A537"/>
          </a:solidFill>
          <a:ln w="9525">
            <a:solidFill>
              <a:srgbClr val="63A537"/>
            </a:solidFill>
          </a:ln>
        </p:spPr>
      </p:sp>
      <p:sp>
        <p:nvSpPr>
          <p:cNvPr id="25" name="leg-Polaris"/>
          <p:cNvSpPr>
            <a:spLocks noGrp="1"/>
          </p:cNvSpPr>
          <p:nvPr/>
        </p:nvSpPr>
        <p:spPr>
          <a:xfrm>
            <a:off x="398145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Polaris</a:t>
            </a:r>
            <a:endParaRPr sz="1050" b="0">
              <a:solidFill>
                <a:srgbClr val="000000"/>
              </a:solidFill>
            </a:endParaRPr>
          </a:p>
        </p:txBody>
      </p:sp>
      <p:sp>
        <p:nvSpPr>
          <p:cNvPr id="26" name="leg-line-ATCC"/>
          <p:cNvSpPr>
            <a:spLocks noGrp="1"/>
          </p:cNvSpPr>
          <p:nvPr/>
        </p:nvSpPr>
        <p:spPr>
          <a:xfrm>
            <a:off x="5410200" y="485775"/>
            <a:ext cx="228600" cy="0"/>
          </a:xfrm>
          <a:prstGeom prst="line">
            <a:avLst/>
          </a:prstGeom>
          <a:ln w="28575">
            <a:solidFill>
              <a:srgbClr val="E51C23"/>
            </a:solidFill>
            <a:prstDash val="solid"/>
          </a:ln>
        </p:spPr>
      </p:sp>
      <p:sp>
        <p:nvSpPr>
          <p:cNvPr id="27" name="leg-mark-ATCC"/>
          <p:cNvSpPr>
            <a:spLocks noGrp="1"/>
          </p:cNvSpPr>
          <p:nvPr/>
        </p:nvSpPr>
        <p:spPr>
          <a:xfrm>
            <a:off x="5495925" y="447675"/>
            <a:ext cx="76200" cy="76200"/>
          </a:xfrm>
          <a:prstGeom prst="ellipse">
            <a:avLst/>
          </a:prstGeom>
          <a:solidFill>
            <a:srgbClr val="E51C23"/>
          </a:solidFill>
          <a:ln w="9525">
            <a:solidFill>
              <a:srgbClr val="E51C23"/>
            </a:solidFill>
          </a:ln>
        </p:spPr>
      </p:sp>
      <p:sp>
        <p:nvSpPr>
          <p:cNvPr id="28" name="leg-ATCC"/>
          <p:cNvSpPr>
            <a:spLocks noGrp="1"/>
          </p:cNvSpPr>
          <p:nvPr/>
        </p:nvSpPr>
        <p:spPr>
          <a:xfrm>
            <a:off x="5676900" y="3905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ATCC</a:t>
            </a:r>
            <a:endParaRPr sz="1050" b="1">
              <a:solidFill>
                <a:srgbClr val="000000"/>
              </a:solidFill>
            </a:endParaRPr>
          </a:p>
        </p:txBody>
      </p:sp>
      <p:graphicFrame>
        <p:nvGraphicFramePr>
          <p:cNvPr id="61" name="Chart"/>
          <p:cNvGraphicFramePr/>
          <p:nvPr/>
        </p:nvGraphicFramePr>
        <p:xfrm>
          <a:off x="52387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2" name="Chart"/>
          <p:cNvGraphicFramePr/>
          <p:nvPr/>
        </p:nvGraphicFramePr>
        <p:xfrm>
          <a:off x="4810125" y="1095375"/>
          <a:ext cx="3810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panel-a"/>
          <p:cNvSpPr>
            <a:spLocks noGrp="1"/>
          </p:cNvSpPr>
          <p:nvPr/>
        </p:nvSpPr>
        <p:spPr>
          <a:xfrm>
            <a:off x="47625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(a) Agent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1" name="panel-b"/>
          <p:cNvSpPr>
            <a:spLocks noGrp="1"/>
          </p:cNvSpPr>
          <p:nvPr/>
        </p:nvSpPr>
        <p:spPr>
          <a:xfrm>
            <a:off x="4762500" y="45339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(b) Transaction throughput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32" name="figure-caption"/>
          <p:cNvSpPr>
            <a:spLocks noGrp="1"/>
          </p:cNvSpPr>
          <p:nvPr/>
        </p:nvSpPr>
        <p:spPr>
          <a:xfrm>
            <a:off x="381000" y="5286375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Results when varying the number of clients (TPC-C with 1 warehouse).</a:t>
            </a:r>
            <a:endParaRPr sz="1425" b="1">
              <a:solidFill>
                <a:srgbClr val="000000"/>
              </a:solidFill>
            </a:endParaRPr>
          </a:p>
        </p:txBody>
      </p:sp>
      <p:sp>
        <p:nvSpPr>
          <p:cNvPr id="33" name="method-note"/>
          <p:cNvSpPr>
            <a:spLocks noGrp="1"/>
          </p:cNvSpPr>
          <p:nvPr/>
        </p:nvSpPr>
        <p:spPr>
          <a:xfrm>
            <a:off x="381000" y="5648325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All-agent · fixed trace replay · mean of 3 seeds · warmup 2 s · measure 10 s</a:t>
            </a:r>
            <a:endParaRPr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WPS 演示</Application>
  <PresentationFormat>Converted Presentation</PresentationFormat>
  <Paragraphs>172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DayDayChen</cp:lastModifiedBy>
  <cp:revision>1</cp:revision>
  <dcterms:created xsi:type="dcterms:W3CDTF">2026-07-12T17:21:56Z</dcterms:created>
  <dcterms:modified xsi:type="dcterms:W3CDTF">2026-07-12T17:21:56Z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1C61A43E30C843B990959AC5C53501D2_12</vt:lpwstr>
  </property>
  <property fmtid="{D5CDD505-2E9C-101B-9397-08002B2CF9AE}" pid="3" name="KSOProductBuildVer">
    <vt:lpwstr>2052-12.1.0.26895</vt:lpwstr>
  </property>
</Properties>
</file>